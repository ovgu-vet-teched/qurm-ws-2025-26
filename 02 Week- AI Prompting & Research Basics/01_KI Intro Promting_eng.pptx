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18" r:id="rId1"/>
  </p:sldMasterIdLst>
  <p:notesMasterIdLst>
    <p:notesMasterId r:id="rId27"/>
  </p:notesMasterIdLst>
  <p:handoutMasterIdLst>
    <p:handoutMasterId r:id="rId28"/>
  </p:handoutMasterIdLst>
  <p:sldIdLst>
    <p:sldId id="298" r:id="rId2"/>
    <p:sldId id="1632" r:id="rId3"/>
    <p:sldId id="1634" r:id="rId4"/>
    <p:sldId id="1633" r:id="rId5"/>
    <p:sldId id="1604" r:id="rId6"/>
    <p:sldId id="1620" r:id="rId7"/>
    <p:sldId id="1623" r:id="rId8"/>
    <p:sldId id="1622" r:id="rId9"/>
    <p:sldId id="1605" r:id="rId10"/>
    <p:sldId id="1621" r:id="rId11"/>
    <p:sldId id="1645" r:id="rId12"/>
    <p:sldId id="1646" r:id="rId13"/>
    <p:sldId id="1648" r:id="rId14"/>
    <p:sldId id="1649" r:id="rId15"/>
    <p:sldId id="1650" r:id="rId16"/>
    <p:sldId id="1652" r:id="rId17"/>
    <p:sldId id="1653" r:id="rId18"/>
    <p:sldId id="1656" r:id="rId19"/>
    <p:sldId id="1654" r:id="rId20"/>
    <p:sldId id="1655" r:id="rId21"/>
    <p:sldId id="1635" r:id="rId22"/>
    <p:sldId id="1644" r:id="rId23"/>
    <p:sldId id="1638" r:id="rId24"/>
    <p:sldId id="1639" r:id="rId25"/>
    <p:sldId id="1591" r:id="rId26"/>
  </p:sldIdLst>
  <p:sldSz cx="9144000" cy="5143500" type="screen16x9"/>
  <p:notesSz cx="6858000" cy="9144000"/>
  <p:defaultTextStyle>
    <a:defPPr>
      <a:defRPr lang="de-DE"/>
    </a:defPPr>
    <a:lvl1pPr algn="ctr" rtl="0" eaLnBrk="0" fontAlgn="base" hangingPunct="0">
      <a:spcBef>
        <a:spcPct val="0"/>
      </a:spcBef>
      <a:spcAft>
        <a:spcPct val="0"/>
      </a:spcAft>
      <a:defRPr sz="2400" kern="1200">
        <a:solidFill>
          <a:srgbClr val="000000"/>
        </a:solidFill>
        <a:latin typeface="Lucida Grande CY" charset="-52"/>
        <a:ea typeface="ヒラギノ角ゴ Pro W3" charset="-128"/>
        <a:cs typeface="ヒラギノ角ゴ Pro W3" charset="-128"/>
      </a:defRPr>
    </a:lvl1pPr>
    <a:lvl2pPr marL="457200" algn="ctr" rtl="0" eaLnBrk="0" fontAlgn="base" hangingPunct="0">
      <a:spcBef>
        <a:spcPct val="0"/>
      </a:spcBef>
      <a:spcAft>
        <a:spcPct val="0"/>
      </a:spcAft>
      <a:defRPr sz="2400" kern="1200">
        <a:solidFill>
          <a:srgbClr val="000000"/>
        </a:solidFill>
        <a:latin typeface="Lucida Grande CY" charset="-52"/>
        <a:ea typeface="ヒラギノ角ゴ Pro W3" charset="-128"/>
        <a:cs typeface="ヒラギノ角ゴ Pro W3" charset="-128"/>
      </a:defRPr>
    </a:lvl2pPr>
    <a:lvl3pPr marL="914400" algn="ctr" rtl="0" eaLnBrk="0" fontAlgn="base" hangingPunct="0">
      <a:spcBef>
        <a:spcPct val="0"/>
      </a:spcBef>
      <a:spcAft>
        <a:spcPct val="0"/>
      </a:spcAft>
      <a:defRPr sz="2400" kern="1200">
        <a:solidFill>
          <a:srgbClr val="000000"/>
        </a:solidFill>
        <a:latin typeface="Lucida Grande CY" charset="-52"/>
        <a:ea typeface="ヒラギノ角ゴ Pro W3" charset="-128"/>
        <a:cs typeface="ヒラギノ角ゴ Pro W3" charset="-128"/>
      </a:defRPr>
    </a:lvl3pPr>
    <a:lvl4pPr marL="1371600" algn="ctr" rtl="0" eaLnBrk="0" fontAlgn="base" hangingPunct="0">
      <a:spcBef>
        <a:spcPct val="0"/>
      </a:spcBef>
      <a:spcAft>
        <a:spcPct val="0"/>
      </a:spcAft>
      <a:defRPr sz="2400" kern="1200">
        <a:solidFill>
          <a:srgbClr val="000000"/>
        </a:solidFill>
        <a:latin typeface="Lucida Grande CY" charset="-52"/>
        <a:ea typeface="ヒラギノ角ゴ Pro W3" charset="-128"/>
        <a:cs typeface="ヒラギノ角ゴ Pro W3" charset="-128"/>
      </a:defRPr>
    </a:lvl4pPr>
    <a:lvl5pPr marL="1828800" algn="ctr" rtl="0" eaLnBrk="0" fontAlgn="base" hangingPunct="0">
      <a:spcBef>
        <a:spcPct val="0"/>
      </a:spcBef>
      <a:spcAft>
        <a:spcPct val="0"/>
      </a:spcAft>
      <a:defRPr sz="2400" kern="1200">
        <a:solidFill>
          <a:srgbClr val="000000"/>
        </a:solidFill>
        <a:latin typeface="Lucida Grande CY" charset="-52"/>
        <a:ea typeface="ヒラギノ角ゴ Pro W3" charset="-128"/>
        <a:cs typeface="ヒラギノ角ゴ Pro W3" charset="-128"/>
      </a:defRPr>
    </a:lvl5pPr>
    <a:lvl6pPr marL="2286000" algn="l" defTabSz="457200" rtl="0" eaLnBrk="1" latinLnBrk="0" hangingPunct="1">
      <a:defRPr sz="2400" kern="1200">
        <a:solidFill>
          <a:srgbClr val="000000"/>
        </a:solidFill>
        <a:latin typeface="Lucida Grande CY" charset="-52"/>
        <a:ea typeface="ヒラギノ角ゴ Pro W3" charset="-128"/>
        <a:cs typeface="ヒラギノ角ゴ Pro W3" charset="-128"/>
      </a:defRPr>
    </a:lvl6pPr>
    <a:lvl7pPr marL="2743200" algn="l" defTabSz="457200" rtl="0" eaLnBrk="1" latinLnBrk="0" hangingPunct="1">
      <a:defRPr sz="2400" kern="1200">
        <a:solidFill>
          <a:srgbClr val="000000"/>
        </a:solidFill>
        <a:latin typeface="Lucida Grande CY" charset="-52"/>
        <a:ea typeface="ヒラギノ角ゴ Pro W3" charset="-128"/>
        <a:cs typeface="ヒラギノ角ゴ Pro W3" charset="-128"/>
      </a:defRPr>
    </a:lvl7pPr>
    <a:lvl8pPr marL="3200400" algn="l" defTabSz="457200" rtl="0" eaLnBrk="1" latinLnBrk="0" hangingPunct="1">
      <a:defRPr sz="2400" kern="1200">
        <a:solidFill>
          <a:srgbClr val="000000"/>
        </a:solidFill>
        <a:latin typeface="Lucida Grande CY" charset="-52"/>
        <a:ea typeface="ヒラギノ角ゴ Pro W3" charset="-128"/>
        <a:cs typeface="ヒラギノ角ゴ Pro W3" charset="-128"/>
      </a:defRPr>
    </a:lvl8pPr>
    <a:lvl9pPr marL="3657600" algn="l" defTabSz="457200" rtl="0" eaLnBrk="1" latinLnBrk="0" hangingPunct="1">
      <a:defRPr sz="2400" kern="1200">
        <a:solidFill>
          <a:srgbClr val="000000"/>
        </a:solidFill>
        <a:latin typeface="Lucida Grande CY" charset="-52"/>
        <a:ea typeface="ヒラギノ角ゴ Pro W3" charset="-128"/>
        <a:cs typeface="ヒラギノ角ゴ Pro W3" charset="-128"/>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arko Berger" initials="MB" lastIdx="1" clrIdx="0"/>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7D00"/>
    <a:srgbClr val="0069B4"/>
    <a:srgbClr val="D14159"/>
    <a:srgbClr val="03305D"/>
    <a:srgbClr val="23A638"/>
    <a:srgbClr val="618FA7"/>
    <a:srgbClr val="951B81"/>
    <a:srgbClr val="009FE4"/>
    <a:srgbClr val="009EE1"/>
    <a:srgbClr val="77B82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ittlere Formatvorlage 3 - Akz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CF1AB2-1976-4502-BF36-3FF5EA218861}" styleName="Mittlere Formatvorlage 4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9DCAF9ED-07DC-4A11-8D7F-57B35C25682E}" styleName="Mittlere Formatvorlage 1 - Akz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D7AC3CCA-C797-4891-BE02-D94E43425B78}" styleName="Mittlere Formatvorlag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B344D84-9AFB-497E-A393-DC336BA19D2E}" styleName="Mittlere Formatvorlage 3 - Akz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3C2FFA5D-87B4-456A-9821-1D502468CF0F}" styleName="Designformatvorlage 1 - Akz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93D81CF-94F2-401A-BA57-92F5A7B2D0C5}" styleName="Mittlere Formatvorlag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84E427A-3D55-4303-BF80-6455036E1DE7}" styleName="Designformatvorlage 1 - Akz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D113A9D2-9D6B-4929-AA2D-F23B5EE8CBE7}" styleName="Designformatvorlage 2 - Akz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75DCB02-9BB8-47FD-8907-85C794F793BA}" styleName="Designformatvorlage 1 - Akz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E3FDE45-AF77-4B5C-9715-49D594BDF05E}" styleName="Helle Formatvorlage 1 - Akz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16DA210-FB5B-4158-B5E0-FEB733F419BA}" styleName="Helle Formatvorlag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530" autoAdjust="0"/>
    <p:restoredTop sz="72961" autoAdjust="0"/>
  </p:normalViewPr>
  <p:slideViewPr>
    <p:cSldViewPr snapToObjects="1" showGuides="1">
      <p:cViewPr varScale="1">
        <p:scale>
          <a:sx n="103" d="100"/>
          <a:sy n="103" d="100"/>
        </p:scale>
        <p:origin x="1272" y="168"/>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howGuides="1">
      <p:cViewPr varScale="1">
        <p:scale>
          <a:sx n="101" d="100"/>
          <a:sy n="101" d="100"/>
        </p:scale>
        <p:origin x="-2304" y="-10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8850" name="Rectangle 2"/>
          <p:cNvSpPr>
            <a:spLocks noGrp="1" noChangeArrowheads="1"/>
          </p:cNvSpPr>
          <p:nvPr>
            <p:ph type="hdr" sz="quarter"/>
          </p:nvPr>
        </p:nvSpPr>
        <p:spPr bwMode="auto">
          <a:xfrm>
            <a:off x="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l">
              <a:defRPr sz="1200">
                <a:solidFill>
                  <a:schemeClr val="tx1"/>
                </a:solidFill>
                <a:latin typeface="Lucida Grande" pitchFamily="-111" charset="0"/>
                <a:ea typeface="ヒラギノ角ゴ Pro W3" pitchFamily="-111" charset="-128"/>
                <a:cs typeface="ヒラギノ角ゴ Pro W3" pitchFamily="-111" charset="-128"/>
              </a:defRPr>
            </a:lvl1pPr>
          </a:lstStyle>
          <a:p>
            <a:pPr>
              <a:defRPr/>
            </a:pPr>
            <a:endParaRPr lang="de-DE" dirty="0">
              <a:latin typeface="Lucida Sans Unicode"/>
            </a:endParaRPr>
          </a:p>
        </p:txBody>
      </p:sp>
      <p:sp>
        <p:nvSpPr>
          <p:cNvPr id="78851"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200">
                <a:solidFill>
                  <a:schemeClr val="tx1"/>
                </a:solidFill>
                <a:latin typeface="Lucida Grande" pitchFamily="-111" charset="0"/>
                <a:ea typeface="ヒラギノ角ゴ Pro W3" pitchFamily="-111" charset="-128"/>
                <a:cs typeface="ヒラギノ角ゴ Pro W3" pitchFamily="-111" charset="-128"/>
              </a:defRPr>
            </a:lvl1pPr>
          </a:lstStyle>
          <a:p>
            <a:pPr>
              <a:defRPr/>
            </a:pPr>
            <a:fld id="{BC339963-249C-7240-9DBD-46399B928457}" type="datetime1">
              <a:rPr lang="de-DE" smtClean="0">
                <a:latin typeface="Lucida Sans Unicode"/>
              </a:rPr>
              <a:t>21.08.24</a:t>
            </a:fld>
            <a:endParaRPr lang="de-DE" dirty="0">
              <a:latin typeface="Lucida Sans Unicode"/>
            </a:endParaRPr>
          </a:p>
        </p:txBody>
      </p:sp>
      <p:sp>
        <p:nvSpPr>
          <p:cNvPr id="78852"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l">
              <a:defRPr sz="1200">
                <a:solidFill>
                  <a:schemeClr val="tx1"/>
                </a:solidFill>
                <a:latin typeface="Lucida Grande" pitchFamily="-111" charset="0"/>
                <a:ea typeface="ヒラギノ角ゴ Pro W3" pitchFamily="-111" charset="-128"/>
                <a:cs typeface="ヒラギノ角ゴ Pro W3" pitchFamily="-111" charset="-128"/>
              </a:defRPr>
            </a:lvl1pPr>
          </a:lstStyle>
          <a:p>
            <a:pPr>
              <a:defRPr/>
            </a:pPr>
            <a:endParaRPr lang="de-DE" dirty="0">
              <a:latin typeface="Lucida Sans Unicode"/>
            </a:endParaRPr>
          </a:p>
        </p:txBody>
      </p:sp>
      <p:sp>
        <p:nvSpPr>
          <p:cNvPr id="78853"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200">
                <a:solidFill>
                  <a:schemeClr val="tx1"/>
                </a:solidFill>
                <a:latin typeface="Lucida Grande" pitchFamily="-111" charset="0"/>
                <a:ea typeface="ヒラギノ角ゴ Pro W3" pitchFamily="-111" charset="-128"/>
                <a:cs typeface="ヒラギノ角ゴ Pro W3" pitchFamily="-111" charset="-128"/>
              </a:defRPr>
            </a:lvl1pPr>
          </a:lstStyle>
          <a:p>
            <a:pPr>
              <a:defRPr/>
            </a:pPr>
            <a:fld id="{EDE8FCEE-038B-0640-96CC-B32152B56CCE}" type="slidenum">
              <a:rPr lang="de-DE">
                <a:latin typeface="Lucida Sans Unicode"/>
              </a:rPr>
              <a:pPr>
                <a:defRPr/>
              </a:pPr>
              <a:t>‹#›</a:t>
            </a:fld>
            <a:endParaRPr lang="de-DE" dirty="0">
              <a:latin typeface="Lucida Sans Unicode"/>
            </a:endParaRPr>
          </a:p>
        </p:txBody>
      </p:sp>
    </p:spTree>
    <p:extLst>
      <p:ext uri="{BB962C8B-B14F-4D97-AF65-F5344CB8AC3E}">
        <p14:creationId xmlns:p14="http://schemas.microsoft.com/office/powerpoint/2010/main" val="299723646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l">
              <a:defRPr sz="1200">
                <a:solidFill>
                  <a:schemeClr val="tx1"/>
                </a:solidFill>
                <a:latin typeface="Lucida Sans Unicode"/>
                <a:ea typeface="ヒラギノ角ゴ Pro W3" pitchFamily="-111" charset="-128"/>
                <a:cs typeface="ヒラギノ角ゴ Pro W3" pitchFamily="-111" charset="-128"/>
              </a:defRPr>
            </a:lvl1pPr>
          </a:lstStyle>
          <a:p>
            <a:pPr>
              <a:defRPr/>
            </a:pPr>
            <a:endParaRPr lang="de-DE" dirty="0"/>
          </a:p>
        </p:txBody>
      </p:sp>
      <p:sp>
        <p:nvSpPr>
          <p:cNvPr id="5123" name="Rectangle 3"/>
          <p:cNvSpPr>
            <a:spLocks noGrp="1" noChangeArrowheads="1"/>
          </p:cNvSpPr>
          <p:nvPr>
            <p:ph type="dt" idx="1"/>
          </p:nvPr>
        </p:nvSpPr>
        <p:spPr bwMode="auto">
          <a:xfrm>
            <a:off x="388620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200">
                <a:solidFill>
                  <a:schemeClr val="tx1"/>
                </a:solidFill>
                <a:latin typeface="Lucida Sans Unicode"/>
                <a:ea typeface="ヒラギノ角ゴ Pro W3" pitchFamily="-111" charset="-128"/>
                <a:cs typeface="ヒラギノ角ゴ Pro W3" pitchFamily="-111" charset="-128"/>
              </a:defRPr>
            </a:lvl1pPr>
          </a:lstStyle>
          <a:p>
            <a:pPr>
              <a:defRPr/>
            </a:pPr>
            <a:fld id="{6664D261-04BA-7547-99A0-1F3D4B614F7F}" type="datetime1">
              <a:rPr lang="de-DE" smtClean="0"/>
              <a:t>21.08.24</a:t>
            </a:fld>
            <a:endParaRPr lang="de-DE" dirty="0"/>
          </a:p>
        </p:txBody>
      </p:sp>
      <p:sp>
        <p:nvSpPr>
          <p:cNvPr id="4100"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p:spPr>
      </p:sp>
      <p:sp>
        <p:nvSpPr>
          <p:cNvPr id="512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de-DE" noProof="0" dirty="0"/>
              <a:t>Mastertextformat bearbeiten</a:t>
            </a:r>
          </a:p>
          <a:p>
            <a:pPr lvl="1"/>
            <a:r>
              <a:rPr lang="de-DE" noProof="0" dirty="0"/>
              <a:t>Zweite Ebene</a:t>
            </a:r>
          </a:p>
          <a:p>
            <a:pPr lvl="2"/>
            <a:r>
              <a:rPr lang="de-DE" noProof="0" dirty="0"/>
              <a:t>Dritte Ebene</a:t>
            </a:r>
          </a:p>
          <a:p>
            <a:pPr lvl="3"/>
            <a:r>
              <a:rPr lang="de-DE" noProof="0" dirty="0"/>
              <a:t>Vierte Ebene</a:t>
            </a:r>
          </a:p>
          <a:p>
            <a:pPr lvl="4"/>
            <a:r>
              <a:rPr lang="de-DE" noProof="0" dirty="0"/>
              <a:t>Fünfte Ebene</a:t>
            </a:r>
          </a:p>
        </p:txBody>
      </p:sp>
      <p:sp>
        <p:nvSpPr>
          <p:cNvPr id="512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l">
              <a:defRPr sz="1200">
                <a:solidFill>
                  <a:schemeClr val="tx1"/>
                </a:solidFill>
                <a:latin typeface="Lucida Sans Unicode"/>
                <a:ea typeface="ヒラギノ角ゴ Pro W3" pitchFamily="-111" charset="-128"/>
                <a:cs typeface="ヒラギノ角ゴ Pro W3" pitchFamily="-111" charset="-128"/>
              </a:defRPr>
            </a:lvl1pPr>
          </a:lstStyle>
          <a:p>
            <a:pPr>
              <a:defRPr/>
            </a:pPr>
            <a:endParaRPr lang="de-DE" dirty="0"/>
          </a:p>
        </p:txBody>
      </p:sp>
      <p:sp>
        <p:nvSpPr>
          <p:cNvPr id="512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200">
                <a:solidFill>
                  <a:schemeClr val="tx1"/>
                </a:solidFill>
                <a:latin typeface="Lucida Sans Unicode"/>
                <a:ea typeface="ヒラギノ角ゴ Pro W3" pitchFamily="-111" charset="-128"/>
                <a:cs typeface="ヒラギノ角ゴ Pro W3" pitchFamily="-111" charset="-128"/>
              </a:defRPr>
            </a:lvl1pPr>
          </a:lstStyle>
          <a:p>
            <a:pPr>
              <a:defRPr/>
            </a:pPr>
            <a:fld id="{1184DDCB-7D1B-CB4F-980B-B02904018ECE}" type="slidenum">
              <a:rPr lang="de-DE" smtClean="0"/>
              <a:pPr>
                <a:defRPr/>
              </a:pPr>
              <a:t>‹#›</a:t>
            </a:fld>
            <a:endParaRPr lang="de-DE" dirty="0"/>
          </a:p>
        </p:txBody>
      </p:sp>
    </p:spTree>
    <p:extLst>
      <p:ext uri="{BB962C8B-B14F-4D97-AF65-F5344CB8AC3E}">
        <p14:creationId xmlns:p14="http://schemas.microsoft.com/office/powerpoint/2010/main" val="4246512909"/>
      </p:ext>
    </p:extLst>
  </p:cSld>
  <p:clrMap bg1="lt1" tx1="dk1" bg2="lt2" tx2="dk2" accent1="accent1" accent2="accent2" accent3="accent3" accent4="accent4" accent5="accent5" accent6="accent6" hlink="hlink" folHlink="folHlink"/>
  <p:hf hdr="0" ftr="0"/>
  <p:notesStyle>
    <a:lvl1pPr algn="l" rtl="0" eaLnBrk="0" fontAlgn="base" hangingPunct="0">
      <a:spcBef>
        <a:spcPct val="0"/>
      </a:spcBef>
      <a:spcAft>
        <a:spcPct val="0"/>
      </a:spcAft>
      <a:defRPr sz="1200" kern="1200">
        <a:solidFill>
          <a:schemeClr val="tx1"/>
        </a:solidFill>
        <a:latin typeface="Lucida Sans Unicode"/>
        <a:ea typeface="ＭＳ Ｐゴシック" pitchFamily="-111" charset="-128"/>
        <a:cs typeface="ＭＳ Ｐゴシック" pitchFamily="-111" charset="-128"/>
      </a:defRPr>
    </a:lvl1pPr>
    <a:lvl2pPr marL="457200" algn="l" rtl="0" eaLnBrk="0" fontAlgn="base" hangingPunct="0">
      <a:spcBef>
        <a:spcPct val="0"/>
      </a:spcBef>
      <a:spcAft>
        <a:spcPct val="0"/>
      </a:spcAft>
      <a:defRPr sz="1200" kern="1200">
        <a:solidFill>
          <a:schemeClr val="tx1"/>
        </a:solidFill>
        <a:latin typeface="Lucida Sans Unicode"/>
        <a:ea typeface="ＭＳ Ｐゴシック" pitchFamily="-111" charset="-128"/>
        <a:cs typeface="+mn-cs"/>
      </a:defRPr>
    </a:lvl2pPr>
    <a:lvl3pPr marL="914400" algn="l" rtl="0" eaLnBrk="0" fontAlgn="base" hangingPunct="0">
      <a:spcBef>
        <a:spcPct val="0"/>
      </a:spcBef>
      <a:spcAft>
        <a:spcPct val="0"/>
      </a:spcAft>
      <a:defRPr sz="1200" kern="1200">
        <a:solidFill>
          <a:schemeClr val="tx1"/>
        </a:solidFill>
        <a:latin typeface="Lucida Sans Unicode"/>
        <a:ea typeface="ＭＳ Ｐゴシック" pitchFamily="-111" charset="-128"/>
        <a:cs typeface="+mn-cs"/>
      </a:defRPr>
    </a:lvl3pPr>
    <a:lvl4pPr marL="1371600" algn="l" rtl="0" eaLnBrk="0" fontAlgn="base" hangingPunct="0">
      <a:spcBef>
        <a:spcPct val="0"/>
      </a:spcBef>
      <a:spcAft>
        <a:spcPct val="0"/>
      </a:spcAft>
      <a:defRPr sz="1200" kern="1200">
        <a:solidFill>
          <a:schemeClr val="tx1"/>
        </a:solidFill>
        <a:latin typeface="Lucida Sans Unicode"/>
        <a:ea typeface="ＭＳ Ｐゴシック" pitchFamily="-111" charset="-128"/>
        <a:cs typeface="+mn-cs"/>
      </a:defRPr>
    </a:lvl4pPr>
    <a:lvl5pPr marL="1828800" algn="l" rtl="0" eaLnBrk="0" fontAlgn="base" hangingPunct="0">
      <a:spcBef>
        <a:spcPct val="0"/>
      </a:spcBef>
      <a:spcAft>
        <a:spcPct val="0"/>
      </a:spcAft>
      <a:defRPr sz="1200" kern="1200">
        <a:solidFill>
          <a:schemeClr val="tx1"/>
        </a:solidFill>
        <a:latin typeface="Lucida Sans Unicode"/>
        <a:ea typeface="ＭＳ Ｐゴシック" pitchFamily="-111"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Datumsplatzhalter 3"/>
          <p:cNvSpPr>
            <a:spLocks noGrp="1"/>
          </p:cNvSpPr>
          <p:nvPr>
            <p:ph type="dt" idx="10"/>
          </p:nvPr>
        </p:nvSpPr>
        <p:spPr/>
        <p:txBody>
          <a:bodyPr/>
          <a:lstStyle/>
          <a:p>
            <a:pPr>
              <a:defRPr/>
            </a:pPr>
            <a:fld id="{52B3E830-1182-524C-AA20-EE8A21CD412F}" type="datetime1">
              <a:rPr lang="de-DE" smtClean="0"/>
              <a:t>21.08.24</a:t>
            </a:fld>
            <a:endParaRPr lang="de-DE" dirty="0"/>
          </a:p>
        </p:txBody>
      </p:sp>
      <p:sp>
        <p:nvSpPr>
          <p:cNvPr id="5" name="Foliennummernplatzhalter 4"/>
          <p:cNvSpPr>
            <a:spLocks noGrp="1"/>
          </p:cNvSpPr>
          <p:nvPr>
            <p:ph type="sldNum" sz="quarter" idx="11"/>
          </p:nvPr>
        </p:nvSpPr>
        <p:spPr/>
        <p:txBody>
          <a:bodyPr/>
          <a:lstStyle/>
          <a:p>
            <a:pPr>
              <a:defRPr/>
            </a:pPr>
            <a:fld id="{1184DDCB-7D1B-CB4F-980B-B02904018ECE}" type="slidenum">
              <a:rPr lang="de-DE" smtClean="0"/>
              <a:pPr>
                <a:defRPr/>
              </a:pPr>
              <a:t>1</a:t>
            </a:fld>
            <a:endParaRPr lang="de-DE" dirty="0"/>
          </a:p>
        </p:txBody>
      </p:sp>
    </p:spTree>
    <p:extLst>
      <p:ext uri="{BB962C8B-B14F-4D97-AF65-F5344CB8AC3E}">
        <p14:creationId xmlns:p14="http://schemas.microsoft.com/office/powerpoint/2010/main" val="7048500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lgn="l">
              <a:buFont typeface="Arial" panose="020B0604020202020204" pitchFamily="34" charset="0"/>
              <a:buChar char="•"/>
            </a:pPr>
            <a:r>
              <a:rPr lang="en-GB" b="0" i="0" u="none" strike="noStrike" dirty="0">
                <a:solidFill>
                  <a:srgbClr val="BDC1C6"/>
                </a:solidFill>
                <a:effectLst/>
                <a:latin typeface="Google Sans"/>
              </a:rPr>
              <a:t>Computer vision.</a:t>
            </a:r>
          </a:p>
          <a:p>
            <a:pPr algn="l">
              <a:buFont typeface="Arial" panose="020B0604020202020204" pitchFamily="34" charset="0"/>
              <a:buChar char="•"/>
            </a:pPr>
            <a:r>
              <a:rPr lang="en-GB" b="0" i="0" u="none" strike="noStrike" dirty="0">
                <a:solidFill>
                  <a:srgbClr val="BDC1C6"/>
                </a:solidFill>
                <a:effectLst/>
                <a:latin typeface="Google Sans"/>
              </a:rPr>
              <a:t>Fuzzy logic. – </a:t>
            </a:r>
            <a:r>
              <a:rPr lang="en-GB" b="0" i="0" u="none" strike="noStrike" dirty="0" err="1">
                <a:solidFill>
                  <a:srgbClr val="BDC1C6"/>
                </a:solidFill>
                <a:effectLst/>
                <a:latin typeface="Google Sans"/>
              </a:rPr>
              <a:t>imitiert</a:t>
            </a:r>
            <a:r>
              <a:rPr lang="en-GB" b="0" i="0" u="none" strike="noStrike" dirty="0">
                <a:solidFill>
                  <a:srgbClr val="BDC1C6"/>
                </a:solidFill>
                <a:effectLst/>
                <a:latin typeface="Google Sans"/>
              </a:rPr>
              <a:t> </a:t>
            </a:r>
            <a:r>
              <a:rPr lang="en-GB" b="0" i="0" u="none" strike="noStrike" dirty="0" err="1">
                <a:solidFill>
                  <a:srgbClr val="BDC1C6"/>
                </a:solidFill>
                <a:effectLst/>
                <a:latin typeface="Google Sans"/>
              </a:rPr>
              <a:t>menschliches</a:t>
            </a:r>
            <a:r>
              <a:rPr lang="en-GB" b="0" i="0" u="none" strike="noStrike" dirty="0">
                <a:solidFill>
                  <a:srgbClr val="BDC1C6"/>
                </a:solidFill>
                <a:effectLst/>
                <a:latin typeface="Google Sans"/>
              </a:rPr>
              <a:t> </a:t>
            </a:r>
            <a:r>
              <a:rPr lang="en-GB" b="0" i="0" u="none" strike="noStrike" dirty="0" err="1">
                <a:solidFill>
                  <a:srgbClr val="BDC1C6"/>
                </a:solidFill>
                <a:effectLst/>
                <a:latin typeface="Google Sans"/>
              </a:rPr>
              <a:t>Denken</a:t>
            </a:r>
            <a:r>
              <a:rPr lang="en-GB" b="0" i="0" u="none" strike="noStrike" dirty="0">
                <a:solidFill>
                  <a:srgbClr val="BDC1C6"/>
                </a:solidFill>
                <a:effectLst/>
                <a:latin typeface="Google Sans"/>
              </a:rPr>
              <a:t> und </a:t>
            </a:r>
            <a:r>
              <a:rPr lang="en-GB" b="0" i="0" u="none" strike="noStrike" dirty="0" err="1">
                <a:solidFill>
                  <a:srgbClr val="BDC1C6"/>
                </a:solidFill>
                <a:effectLst/>
                <a:latin typeface="Google Sans"/>
              </a:rPr>
              <a:t>Wahrnehmung</a:t>
            </a:r>
            <a:endParaRPr lang="en-GB" b="0" i="0" u="none" strike="noStrike" dirty="0">
              <a:solidFill>
                <a:srgbClr val="BDC1C6"/>
              </a:solidFill>
              <a:effectLst/>
              <a:latin typeface="Google Sans"/>
            </a:endParaRPr>
          </a:p>
          <a:p>
            <a:pPr algn="l">
              <a:buFont typeface="Arial" panose="020B0604020202020204" pitchFamily="34" charset="0"/>
              <a:buChar char="•"/>
            </a:pPr>
            <a:r>
              <a:rPr lang="en-GB" b="0" i="0" u="none" strike="noStrike" dirty="0">
                <a:solidFill>
                  <a:srgbClr val="BDC1C6"/>
                </a:solidFill>
                <a:effectLst/>
                <a:latin typeface="Google Sans"/>
              </a:rPr>
              <a:t>Expert systems.</a:t>
            </a:r>
          </a:p>
          <a:p>
            <a:pPr algn="l">
              <a:buFont typeface="Arial" panose="020B0604020202020204" pitchFamily="34" charset="0"/>
              <a:buChar char="•"/>
            </a:pPr>
            <a:r>
              <a:rPr lang="en-GB" b="0" i="0" u="none" strike="noStrike" dirty="0">
                <a:solidFill>
                  <a:srgbClr val="BDC1C6"/>
                </a:solidFill>
                <a:effectLst/>
                <a:latin typeface="Google Sans"/>
              </a:rPr>
              <a:t>Robotics.</a:t>
            </a:r>
          </a:p>
          <a:p>
            <a:pPr algn="l">
              <a:buFont typeface="Arial" panose="020B0604020202020204" pitchFamily="34" charset="0"/>
              <a:buChar char="•"/>
            </a:pPr>
            <a:r>
              <a:rPr lang="en-GB" b="0" i="0" u="none" strike="noStrike" dirty="0">
                <a:solidFill>
                  <a:srgbClr val="BDC1C6"/>
                </a:solidFill>
                <a:effectLst/>
                <a:latin typeface="Google Sans"/>
              </a:rPr>
              <a:t>Machine learning.</a:t>
            </a:r>
          </a:p>
          <a:p>
            <a:pPr algn="l">
              <a:buFont typeface="Arial" panose="020B0604020202020204" pitchFamily="34" charset="0"/>
              <a:buChar char="•"/>
            </a:pPr>
            <a:r>
              <a:rPr lang="en-GB" b="0" i="0" u="none" strike="noStrike" dirty="0">
                <a:solidFill>
                  <a:srgbClr val="BDC1C6"/>
                </a:solidFill>
                <a:effectLst/>
                <a:latin typeface="Google Sans"/>
              </a:rPr>
              <a:t>Neural networks/deep learning.</a:t>
            </a:r>
          </a:p>
          <a:p>
            <a:pPr algn="l">
              <a:buFont typeface="Arial" panose="020B0604020202020204" pitchFamily="34" charset="0"/>
              <a:buChar char="•"/>
            </a:pPr>
            <a:r>
              <a:rPr lang="en-GB" b="0" i="0" u="none" strike="noStrike" dirty="0">
                <a:solidFill>
                  <a:srgbClr val="BDC1C6"/>
                </a:solidFill>
                <a:effectLst/>
                <a:latin typeface="Google Sans"/>
              </a:rPr>
              <a:t>Natural language processing.</a:t>
            </a:r>
          </a:p>
          <a:p>
            <a:endParaRPr lang="de-DE" dirty="0"/>
          </a:p>
        </p:txBody>
      </p:sp>
      <p:sp>
        <p:nvSpPr>
          <p:cNvPr id="4" name="Datumsplatzhalter 3"/>
          <p:cNvSpPr>
            <a:spLocks noGrp="1"/>
          </p:cNvSpPr>
          <p:nvPr>
            <p:ph type="dt" idx="1"/>
          </p:nvPr>
        </p:nvSpPr>
        <p:spPr/>
        <p:txBody>
          <a:bodyPr/>
          <a:lstStyle/>
          <a:p>
            <a:pPr>
              <a:defRPr/>
            </a:pPr>
            <a:fld id="{6664D261-04BA-7547-99A0-1F3D4B614F7F}" type="datetime1">
              <a:rPr lang="de-DE" smtClean="0"/>
              <a:t>21.08.24</a:t>
            </a:fld>
            <a:endParaRPr lang="de-DE" dirty="0"/>
          </a:p>
        </p:txBody>
      </p:sp>
      <p:sp>
        <p:nvSpPr>
          <p:cNvPr id="5" name="Foliennummernplatzhalter 4"/>
          <p:cNvSpPr>
            <a:spLocks noGrp="1"/>
          </p:cNvSpPr>
          <p:nvPr>
            <p:ph type="sldNum" sz="quarter" idx="5"/>
          </p:nvPr>
        </p:nvSpPr>
        <p:spPr/>
        <p:txBody>
          <a:bodyPr/>
          <a:lstStyle/>
          <a:p>
            <a:pPr>
              <a:defRPr/>
            </a:pPr>
            <a:fld id="{1184DDCB-7D1B-CB4F-980B-B02904018ECE}" type="slidenum">
              <a:rPr lang="de-DE" smtClean="0"/>
              <a:pPr>
                <a:defRPr/>
              </a:pPr>
              <a:t>5</a:t>
            </a:fld>
            <a:endParaRPr lang="de-DE" dirty="0"/>
          </a:p>
        </p:txBody>
      </p:sp>
    </p:spTree>
    <p:extLst>
      <p:ext uri="{BB962C8B-B14F-4D97-AF65-F5344CB8AC3E}">
        <p14:creationId xmlns:p14="http://schemas.microsoft.com/office/powerpoint/2010/main" val="4430766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Datumsplatzhalter 3"/>
          <p:cNvSpPr>
            <a:spLocks noGrp="1"/>
          </p:cNvSpPr>
          <p:nvPr>
            <p:ph type="dt" idx="1"/>
          </p:nvPr>
        </p:nvSpPr>
        <p:spPr/>
        <p:txBody>
          <a:bodyPr/>
          <a:lstStyle/>
          <a:p>
            <a:pPr>
              <a:defRPr/>
            </a:pPr>
            <a:fld id="{6664D261-04BA-7547-99A0-1F3D4B614F7F}" type="datetime1">
              <a:rPr lang="de-DE" smtClean="0"/>
              <a:t>21.08.24</a:t>
            </a:fld>
            <a:endParaRPr lang="de-DE" dirty="0"/>
          </a:p>
        </p:txBody>
      </p:sp>
      <p:sp>
        <p:nvSpPr>
          <p:cNvPr id="5" name="Foliennummernplatzhalter 4"/>
          <p:cNvSpPr>
            <a:spLocks noGrp="1"/>
          </p:cNvSpPr>
          <p:nvPr>
            <p:ph type="sldNum" sz="quarter" idx="5"/>
          </p:nvPr>
        </p:nvSpPr>
        <p:spPr/>
        <p:txBody>
          <a:bodyPr/>
          <a:lstStyle/>
          <a:p>
            <a:pPr>
              <a:defRPr/>
            </a:pPr>
            <a:fld id="{1184DDCB-7D1B-CB4F-980B-B02904018ECE}" type="slidenum">
              <a:rPr lang="de-DE" smtClean="0"/>
              <a:pPr>
                <a:defRPr/>
              </a:pPr>
              <a:t>6</a:t>
            </a:fld>
            <a:endParaRPr lang="de-DE" dirty="0"/>
          </a:p>
        </p:txBody>
      </p:sp>
    </p:spTree>
    <p:extLst>
      <p:ext uri="{BB962C8B-B14F-4D97-AF65-F5344CB8AC3E}">
        <p14:creationId xmlns:p14="http://schemas.microsoft.com/office/powerpoint/2010/main" val="18119572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Datumsplatzhalter 3"/>
          <p:cNvSpPr>
            <a:spLocks noGrp="1"/>
          </p:cNvSpPr>
          <p:nvPr>
            <p:ph type="dt" idx="1"/>
          </p:nvPr>
        </p:nvSpPr>
        <p:spPr/>
        <p:txBody>
          <a:bodyPr/>
          <a:lstStyle/>
          <a:p>
            <a:pPr>
              <a:defRPr/>
            </a:pPr>
            <a:fld id="{6664D261-04BA-7547-99A0-1F3D4B614F7F}" type="datetime1">
              <a:rPr lang="de-DE" smtClean="0"/>
              <a:t>21.08.24</a:t>
            </a:fld>
            <a:endParaRPr lang="de-DE" dirty="0"/>
          </a:p>
        </p:txBody>
      </p:sp>
      <p:sp>
        <p:nvSpPr>
          <p:cNvPr id="5" name="Foliennummernplatzhalter 4"/>
          <p:cNvSpPr>
            <a:spLocks noGrp="1"/>
          </p:cNvSpPr>
          <p:nvPr>
            <p:ph type="sldNum" sz="quarter" idx="5"/>
          </p:nvPr>
        </p:nvSpPr>
        <p:spPr/>
        <p:txBody>
          <a:bodyPr/>
          <a:lstStyle/>
          <a:p>
            <a:pPr>
              <a:defRPr/>
            </a:pPr>
            <a:fld id="{1184DDCB-7D1B-CB4F-980B-B02904018ECE}" type="slidenum">
              <a:rPr lang="de-DE" smtClean="0"/>
              <a:pPr>
                <a:defRPr/>
              </a:pPr>
              <a:t>7</a:t>
            </a:fld>
            <a:endParaRPr lang="de-DE" dirty="0"/>
          </a:p>
        </p:txBody>
      </p:sp>
    </p:spTree>
    <p:extLst>
      <p:ext uri="{BB962C8B-B14F-4D97-AF65-F5344CB8AC3E}">
        <p14:creationId xmlns:p14="http://schemas.microsoft.com/office/powerpoint/2010/main" val="24044691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Datumsplatzhalter 3"/>
          <p:cNvSpPr>
            <a:spLocks noGrp="1"/>
          </p:cNvSpPr>
          <p:nvPr>
            <p:ph type="dt" idx="1"/>
          </p:nvPr>
        </p:nvSpPr>
        <p:spPr/>
        <p:txBody>
          <a:bodyPr/>
          <a:lstStyle/>
          <a:p>
            <a:pPr>
              <a:defRPr/>
            </a:pPr>
            <a:fld id="{6664D261-04BA-7547-99A0-1F3D4B614F7F}" type="datetime1">
              <a:rPr lang="de-DE" smtClean="0"/>
              <a:t>21.08.24</a:t>
            </a:fld>
            <a:endParaRPr lang="de-DE" dirty="0"/>
          </a:p>
        </p:txBody>
      </p:sp>
      <p:sp>
        <p:nvSpPr>
          <p:cNvPr id="5" name="Foliennummernplatzhalter 4"/>
          <p:cNvSpPr>
            <a:spLocks noGrp="1"/>
          </p:cNvSpPr>
          <p:nvPr>
            <p:ph type="sldNum" sz="quarter" idx="5"/>
          </p:nvPr>
        </p:nvSpPr>
        <p:spPr/>
        <p:txBody>
          <a:bodyPr/>
          <a:lstStyle/>
          <a:p>
            <a:pPr>
              <a:defRPr/>
            </a:pPr>
            <a:fld id="{1184DDCB-7D1B-CB4F-980B-B02904018ECE}" type="slidenum">
              <a:rPr lang="de-DE" smtClean="0"/>
              <a:pPr>
                <a:defRPr/>
              </a:pPr>
              <a:t>8</a:t>
            </a:fld>
            <a:endParaRPr lang="de-DE" dirty="0"/>
          </a:p>
        </p:txBody>
      </p:sp>
    </p:spTree>
    <p:extLst>
      <p:ext uri="{BB962C8B-B14F-4D97-AF65-F5344CB8AC3E}">
        <p14:creationId xmlns:p14="http://schemas.microsoft.com/office/powerpoint/2010/main" val="9026726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Datumsplatzhalter 3"/>
          <p:cNvSpPr>
            <a:spLocks noGrp="1"/>
          </p:cNvSpPr>
          <p:nvPr>
            <p:ph type="dt" idx="1"/>
          </p:nvPr>
        </p:nvSpPr>
        <p:spPr/>
        <p:txBody>
          <a:bodyPr/>
          <a:lstStyle/>
          <a:p>
            <a:pPr>
              <a:defRPr/>
            </a:pPr>
            <a:fld id="{6664D261-04BA-7547-99A0-1F3D4B614F7F}" type="datetime1">
              <a:rPr lang="de-DE" smtClean="0"/>
              <a:t>21.08.24</a:t>
            </a:fld>
            <a:endParaRPr lang="de-DE" dirty="0"/>
          </a:p>
        </p:txBody>
      </p:sp>
      <p:sp>
        <p:nvSpPr>
          <p:cNvPr id="5" name="Foliennummernplatzhalter 4"/>
          <p:cNvSpPr>
            <a:spLocks noGrp="1"/>
          </p:cNvSpPr>
          <p:nvPr>
            <p:ph type="sldNum" sz="quarter" idx="5"/>
          </p:nvPr>
        </p:nvSpPr>
        <p:spPr/>
        <p:txBody>
          <a:bodyPr/>
          <a:lstStyle/>
          <a:p>
            <a:pPr>
              <a:defRPr/>
            </a:pPr>
            <a:fld id="{1184DDCB-7D1B-CB4F-980B-B02904018ECE}" type="slidenum">
              <a:rPr lang="de-DE" smtClean="0"/>
              <a:pPr>
                <a:defRPr/>
              </a:pPr>
              <a:t>9</a:t>
            </a:fld>
            <a:endParaRPr lang="de-DE" dirty="0"/>
          </a:p>
        </p:txBody>
      </p:sp>
    </p:spTree>
    <p:extLst>
      <p:ext uri="{BB962C8B-B14F-4D97-AF65-F5344CB8AC3E}">
        <p14:creationId xmlns:p14="http://schemas.microsoft.com/office/powerpoint/2010/main" val="33522572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Datumsplatzhalter 3"/>
          <p:cNvSpPr>
            <a:spLocks noGrp="1"/>
          </p:cNvSpPr>
          <p:nvPr>
            <p:ph type="dt" idx="1"/>
          </p:nvPr>
        </p:nvSpPr>
        <p:spPr/>
        <p:txBody>
          <a:bodyPr/>
          <a:lstStyle/>
          <a:p>
            <a:pPr>
              <a:defRPr/>
            </a:pPr>
            <a:fld id="{6664D261-04BA-7547-99A0-1F3D4B614F7F}" type="datetime1">
              <a:rPr lang="de-DE" smtClean="0"/>
              <a:t>21.08.24</a:t>
            </a:fld>
            <a:endParaRPr lang="de-DE" dirty="0"/>
          </a:p>
        </p:txBody>
      </p:sp>
      <p:sp>
        <p:nvSpPr>
          <p:cNvPr id="5" name="Foliennummernplatzhalter 4"/>
          <p:cNvSpPr>
            <a:spLocks noGrp="1"/>
          </p:cNvSpPr>
          <p:nvPr>
            <p:ph type="sldNum" sz="quarter" idx="5"/>
          </p:nvPr>
        </p:nvSpPr>
        <p:spPr/>
        <p:txBody>
          <a:bodyPr/>
          <a:lstStyle/>
          <a:p>
            <a:pPr>
              <a:defRPr/>
            </a:pPr>
            <a:fld id="{1184DDCB-7D1B-CB4F-980B-B02904018ECE}" type="slidenum">
              <a:rPr lang="de-DE" smtClean="0"/>
              <a:pPr>
                <a:defRPr/>
              </a:pPr>
              <a:t>10</a:t>
            </a:fld>
            <a:endParaRPr lang="de-DE" dirty="0"/>
          </a:p>
        </p:txBody>
      </p:sp>
    </p:spTree>
    <p:extLst>
      <p:ext uri="{BB962C8B-B14F-4D97-AF65-F5344CB8AC3E}">
        <p14:creationId xmlns:p14="http://schemas.microsoft.com/office/powerpoint/2010/main" val="553242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Date Placeholder 3"/>
          <p:cNvSpPr>
            <a:spLocks noGrp="1"/>
          </p:cNvSpPr>
          <p:nvPr>
            <p:ph type="dt" idx="1"/>
          </p:nvPr>
        </p:nvSpPr>
        <p:spPr/>
        <p:txBody>
          <a:bodyPr/>
          <a:lstStyle/>
          <a:p>
            <a:pPr>
              <a:defRPr/>
            </a:pPr>
            <a:fld id="{6664D261-04BA-7547-99A0-1F3D4B614F7F}" type="datetime1">
              <a:rPr lang="de-DE" smtClean="0"/>
              <a:t>21.08.24</a:t>
            </a:fld>
            <a:endParaRPr lang="de-DE" dirty="0"/>
          </a:p>
        </p:txBody>
      </p:sp>
      <p:sp>
        <p:nvSpPr>
          <p:cNvPr id="5" name="Slide Number Placeholder 4"/>
          <p:cNvSpPr>
            <a:spLocks noGrp="1"/>
          </p:cNvSpPr>
          <p:nvPr>
            <p:ph type="sldNum" sz="quarter" idx="5"/>
          </p:nvPr>
        </p:nvSpPr>
        <p:spPr/>
        <p:txBody>
          <a:bodyPr/>
          <a:lstStyle/>
          <a:p>
            <a:pPr>
              <a:defRPr/>
            </a:pPr>
            <a:fld id="{1184DDCB-7D1B-CB4F-980B-B02904018ECE}" type="slidenum">
              <a:rPr lang="de-DE" smtClean="0"/>
              <a:pPr>
                <a:defRPr/>
              </a:pPr>
              <a:t>21</a:t>
            </a:fld>
            <a:endParaRPr lang="de-DE" dirty="0"/>
          </a:p>
        </p:txBody>
      </p:sp>
    </p:spTree>
    <p:extLst>
      <p:ext uri="{BB962C8B-B14F-4D97-AF65-F5344CB8AC3E}">
        <p14:creationId xmlns:p14="http://schemas.microsoft.com/office/powerpoint/2010/main" val="4335493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Date Placeholder 3"/>
          <p:cNvSpPr>
            <a:spLocks noGrp="1"/>
          </p:cNvSpPr>
          <p:nvPr>
            <p:ph type="dt" idx="1"/>
          </p:nvPr>
        </p:nvSpPr>
        <p:spPr/>
        <p:txBody>
          <a:bodyPr/>
          <a:lstStyle/>
          <a:p>
            <a:pPr>
              <a:defRPr/>
            </a:pPr>
            <a:fld id="{6664D261-04BA-7547-99A0-1F3D4B614F7F}" type="datetime1">
              <a:rPr lang="de-DE" smtClean="0"/>
              <a:t>21.08.24</a:t>
            </a:fld>
            <a:endParaRPr lang="de-DE" dirty="0"/>
          </a:p>
        </p:txBody>
      </p:sp>
      <p:sp>
        <p:nvSpPr>
          <p:cNvPr id="5" name="Slide Number Placeholder 4"/>
          <p:cNvSpPr>
            <a:spLocks noGrp="1"/>
          </p:cNvSpPr>
          <p:nvPr>
            <p:ph type="sldNum" sz="quarter" idx="5"/>
          </p:nvPr>
        </p:nvSpPr>
        <p:spPr/>
        <p:txBody>
          <a:bodyPr/>
          <a:lstStyle/>
          <a:p>
            <a:pPr>
              <a:defRPr/>
            </a:pPr>
            <a:fld id="{1184DDCB-7D1B-CB4F-980B-B02904018ECE}" type="slidenum">
              <a:rPr lang="de-DE" smtClean="0"/>
              <a:pPr>
                <a:defRPr/>
              </a:pPr>
              <a:t>22</a:t>
            </a:fld>
            <a:endParaRPr lang="de-DE" dirty="0"/>
          </a:p>
        </p:txBody>
      </p:sp>
    </p:spTree>
    <p:extLst>
      <p:ext uri="{BB962C8B-B14F-4D97-AF65-F5344CB8AC3E}">
        <p14:creationId xmlns:p14="http://schemas.microsoft.com/office/powerpoint/2010/main" val="8287596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9FDEB-B870-A647-8E0B-882DB3DE69E7}"/>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de-DE"/>
          </a:p>
        </p:txBody>
      </p:sp>
      <p:sp>
        <p:nvSpPr>
          <p:cNvPr id="3" name="Subtitle 2">
            <a:extLst>
              <a:ext uri="{FF2B5EF4-FFF2-40B4-BE49-F238E27FC236}">
                <a16:creationId xmlns:a16="http://schemas.microsoft.com/office/drawing/2014/main" id="{EDDF081A-A60C-6B4D-904C-5563FC2F548A}"/>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de-DE"/>
          </a:p>
        </p:txBody>
      </p:sp>
      <p:sp>
        <p:nvSpPr>
          <p:cNvPr id="4" name="Date Placeholder 3">
            <a:extLst>
              <a:ext uri="{FF2B5EF4-FFF2-40B4-BE49-F238E27FC236}">
                <a16:creationId xmlns:a16="http://schemas.microsoft.com/office/drawing/2014/main" id="{3A634B07-98D8-F144-91FB-F412469E577D}"/>
              </a:ext>
            </a:extLst>
          </p:cNvPr>
          <p:cNvSpPr>
            <a:spLocks noGrp="1"/>
          </p:cNvSpPr>
          <p:nvPr>
            <p:ph type="dt" sz="half" idx="10"/>
          </p:nvPr>
        </p:nvSpPr>
        <p:spPr/>
        <p:txBody>
          <a:bodyPr/>
          <a:lstStyle/>
          <a:p>
            <a:fld id="{69087E33-01EA-4F4B-9E0C-32194DFD55BD}" type="datetimeFigureOut">
              <a:rPr lang="de-DE" smtClean="0"/>
              <a:t>21.08.24</a:t>
            </a:fld>
            <a:endParaRPr lang="de-DE"/>
          </a:p>
        </p:txBody>
      </p:sp>
      <p:sp>
        <p:nvSpPr>
          <p:cNvPr id="5" name="Footer Placeholder 4">
            <a:extLst>
              <a:ext uri="{FF2B5EF4-FFF2-40B4-BE49-F238E27FC236}">
                <a16:creationId xmlns:a16="http://schemas.microsoft.com/office/drawing/2014/main" id="{9E72741B-635D-DD4B-B8E8-77359C10B66A}"/>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D3360191-3325-524A-828A-C5E7BBB7FFBD}"/>
              </a:ext>
            </a:extLst>
          </p:cNvPr>
          <p:cNvSpPr>
            <a:spLocks noGrp="1"/>
          </p:cNvSpPr>
          <p:nvPr>
            <p:ph type="sldNum" sz="quarter" idx="12"/>
          </p:nvPr>
        </p:nvSpPr>
        <p:spPr/>
        <p:txBody>
          <a:bodyPr/>
          <a:lstStyle/>
          <a:p>
            <a:fld id="{3FED4754-4609-1F42-94E5-6AFC64FC967E}" type="slidenum">
              <a:rPr lang="de-DE" smtClean="0"/>
              <a:t>‹#›</a:t>
            </a:fld>
            <a:endParaRPr lang="de-DE"/>
          </a:p>
        </p:txBody>
      </p:sp>
    </p:spTree>
    <p:extLst>
      <p:ext uri="{BB962C8B-B14F-4D97-AF65-F5344CB8AC3E}">
        <p14:creationId xmlns:p14="http://schemas.microsoft.com/office/powerpoint/2010/main" val="119874911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82B0A-E528-074B-AA04-41A27EB8A0CA}"/>
              </a:ext>
            </a:extLst>
          </p:cNvPr>
          <p:cNvSpPr>
            <a:spLocks noGrp="1"/>
          </p:cNvSpPr>
          <p:nvPr>
            <p:ph type="title"/>
          </p:nvPr>
        </p:nvSpPr>
        <p:spPr/>
        <p:txBody>
          <a:bodyPr/>
          <a:lstStyle/>
          <a:p>
            <a:r>
              <a:rPr lang="en-US"/>
              <a:t>Click to edit Master title style</a:t>
            </a:r>
            <a:endParaRPr lang="de-DE"/>
          </a:p>
        </p:txBody>
      </p:sp>
      <p:sp>
        <p:nvSpPr>
          <p:cNvPr id="3" name="Content Placeholder 2">
            <a:extLst>
              <a:ext uri="{FF2B5EF4-FFF2-40B4-BE49-F238E27FC236}">
                <a16:creationId xmlns:a16="http://schemas.microsoft.com/office/drawing/2014/main" id="{E39D8820-B4C0-394B-8BA3-0DBE51F4484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B37F7FF9-A817-4741-8F63-DDEE9C50CF21}"/>
              </a:ext>
            </a:extLst>
          </p:cNvPr>
          <p:cNvSpPr>
            <a:spLocks noGrp="1"/>
          </p:cNvSpPr>
          <p:nvPr>
            <p:ph type="dt" sz="half" idx="10"/>
          </p:nvPr>
        </p:nvSpPr>
        <p:spPr/>
        <p:txBody>
          <a:bodyPr/>
          <a:lstStyle/>
          <a:p>
            <a:fld id="{69087E33-01EA-4F4B-9E0C-32194DFD55BD}" type="datetimeFigureOut">
              <a:rPr lang="de-DE" smtClean="0"/>
              <a:t>21.08.24</a:t>
            </a:fld>
            <a:endParaRPr lang="de-DE"/>
          </a:p>
        </p:txBody>
      </p:sp>
      <p:sp>
        <p:nvSpPr>
          <p:cNvPr id="5" name="Footer Placeholder 4">
            <a:extLst>
              <a:ext uri="{FF2B5EF4-FFF2-40B4-BE49-F238E27FC236}">
                <a16:creationId xmlns:a16="http://schemas.microsoft.com/office/drawing/2014/main" id="{51527774-ED7E-CE4C-95D9-A9FFE68F5508}"/>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04AE5389-4330-D748-B095-5FC066AB3EC9}"/>
              </a:ext>
            </a:extLst>
          </p:cNvPr>
          <p:cNvSpPr>
            <a:spLocks noGrp="1"/>
          </p:cNvSpPr>
          <p:nvPr>
            <p:ph type="sldNum" sz="quarter" idx="12"/>
          </p:nvPr>
        </p:nvSpPr>
        <p:spPr/>
        <p:txBody>
          <a:bodyPr/>
          <a:lstStyle/>
          <a:p>
            <a:fld id="{3FED4754-4609-1F42-94E5-6AFC64FC967E}" type="slidenum">
              <a:rPr lang="de-DE" smtClean="0"/>
              <a:t>‹#›</a:t>
            </a:fld>
            <a:endParaRPr lang="de-DE"/>
          </a:p>
        </p:txBody>
      </p:sp>
    </p:spTree>
    <p:extLst>
      <p:ext uri="{BB962C8B-B14F-4D97-AF65-F5344CB8AC3E}">
        <p14:creationId xmlns:p14="http://schemas.microsoft.com/office/powerpoint/2010/main" val="22213383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1799E-5EEF-5B46-9484-B5049967CD86}"/>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de-DE"/>
          </a:p>
        </p:txBody>
      </p:sp>
      <p:sp>
        <p:nvSpPr>
          <p:cNvPr id="3" name="Text Placeholder 2">
            <a:extLst>
              <a:ext uri="{FF2B5EF4-FFF2-40B4-BE49-F238E27FC236}">
                <a16:creationId xmlns:a16="http://schemas.microsoft.com/office/drawing/2014/main" id="{9FBACF89-828A-9744-B993-16902D43B9E0}"/>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51FD570-FAB0-014A-8679-7E9CB7AFF4A4}"/>
              </a:ext>
            </a:extLst>
          </p:cNvPr>
          <p:cNvSpPr>
            <a:spLocks noGrp="1"/>
          </p:cNvSpPr>
          <p:nvPr>
            <p:ph type="dt" sz="half" idx="10"/>
          </p:nvPr>
        </p:nvSpPr>
        <p:spPr/>
        <p:txBody>
          <a:bodyPr/>
          <a:lstStyle/>
          <a:p>
            <a:fld id="{69087E33-01EA-4F4B-9E0C-32194DFD55BD}" type="datetimeFigureOut">
              <a:rPr lang="de-DE" smtClean="0"/>
              <a:t>21.08.24</a:t>
            </a:fld>
            <a:endParaRPr lang="de-DE"/>
          </a:p>
        </p:txBody>
      </p:sp>
      <p:sp>
        <p:nvSpPr>
          <p:cNvPr id="5" name="Footer Placeholder 4">
            <a:extLst>
              <a:ext uri="{FF2B5EF4-FFF2-40B4-BE49-F238E27FC236}">
                <a16:creationId xmlns:a16="http://schemas.microsoft.com/office/drawing/2014/main" id="{AE72BF22-91EB-6241-BEEE-0C9430B15D34}"/>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C3CB2423-9400-1646-846B-C0BC38796574}"/>
              </a:ext>
            </a:extLst>
          </p:cNvPr>
          <p:cNvSpPr>
            <a:spLocks noGrp="1"/>
          </p:cNvSpPr>
          <p:nvPr>
            <p:ph type="sldNum" sz="quarter" idx="12"/>
          </p:nvPr>
        </p:nvSpPr>
        <p:spPr/>
        <p:txBody>
          <a:bodyPr/>
          <a:lstStyle/>
          <a:p>
            <a:fld id="{3FED4754-4609-1F42-94E5-6AFC64FC967E}" type="slidenum">
              <a:rPr lang="de-DE" smtClean="0"/>
              <a:t>‹#›</a:t>
            </a:fld>
            <a:endParaRPr lang="de-DE"/>
          </a:p>
        </p:txBody>
      </p:sp>
    </p:spTree>
    <p:extLst>
      <p:ext uri="{BB962C8B-B14F-4D97-AF65-F5344CB8AC3E}">
        <p14:creationId xmlns:p14="http://schemas.microsoft.com/office/powerpoint/2010/main" val="363013893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5B89B-1652-0040-87E0-A9905BBD20CD}"/>
              </a:ext>
            </a:extLst>
          </p:cNvPr>
          <p:cNvSpPr>
            <a:spLocks noGrp="1"/>
          </p:cNvSpPr>
          <p:nvPr>
            <p:ph type="title"/>
          </p:nvPr>
        </p:nvSpPr>
        <p:spPr/>
        <p:txBody>
          <a:bodyPr/>
          <a:lstStyle/>
          <a:p>
            <a:r>
              <a:rPr lang="en-US"/>
              <a:t>Click to edit Master title style</a:t>
            </a:r>
            <a:endParaRPr lang="de-DE"/>
          </a:p>
        </p:txBody>
      </p:sp>
      <p:sp>
        <p:nvSpPr>
          <p:cNvPr id="3" name="Content Placeholder 2">
            <a:extLst>
              <a:ext uri="{FF2B5EF4-FFF2-40B4-BE49-F238E27FC236}">
                <a16:creationId xmlns:a16="http://schemas.microsoft.com/office/drawing/2014/main" id="{AC8DCBD6-6990-1A4E-8854-22694376B931}"/>
              </a:ext>
            </a:extLst>
          </p:cNvPr>
          <p:cNvSpPr>
            <a:spLocks noGrp="1"/>
          </p:cNvSpPr>
          <p:nvPr>
            <p:ph sz="half" idx="1"/>
          </p:nvPr>
        </p:nvSpPr>
        <p:spPr>
          <a:xfrm>
            <a:off x="6286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Content Placeholder 3">
            <a:extLst>
              <a:ext uri="{FF2B5EF4-FFF2-40B4-BE49-F238E27FC236}">
                <a16:creationId xmlns:a16="http://schemas.microsoft.com/office/drawing/2014/main" id="{5BA460D9-17DC-4741-A6C1-3E2AD430EDBA}"/>
              </a:ext>
            </a:extLst>
          </p:cNvPr>
          <p:cNvSpPr>
            <a:spLocks noGrp="1"/>
          </p:cNvSpPr>
          <p:nvPr>
            <p:ph sz="half" idx="2"/>
          </p:nvPr>
        </p:nvSpPr>
        <p:spPr>
          <a:xfrm>
            <a:off x="46291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Date Placeholder 4">
            <a:extLst>
              <a:ext uri="{FF2B5EF4-FFF2-40B4-BE49-F238E27FC236}">
                <a16:creationId xmlns:a16="http://schemas.microsoft.com/office/drawing/2014/main" id="{9F17BB05-5A6A-044A-B70B-067D1FFEF250}"/>
              </a:ext>
            </a:extLst>
          </p:cNvPr>
          <p:cNvSpPr>
            <a:spLocks noGrp="1"/>
          </p:cNvSpPr>
          <p:nvPr>
            <p:ph type="dt" sz="half" idx="10"/>
          </p:nvPr>
        </p:nvSpPr>
        <p:spPr/>
        <p:txBody>
          <a:bodyPr/>
          <a:lstStyle/>
          <a:p>
            <a:fld id="{69087E33-01EA-4F4B-9E0C-32194DFD55BD}" type="datetimeFigureOut">
              <a:rPr lang="de-DE" smtClean="0"/>
              <a:t>21.08.24</a:t>
            </a:fld>
            <a:endParaRPr lang="de-DE"/>
          </a:p>
        </p:txBody>
      </p:sp>
      <p:sp>
        <p:nvSpPr>
          <p:cNvPr id="6" name="Footer Placeholder 5">
            <a:extLst>
              <a:ext uri="{FF2B5EF4-FFF2-40B4-BE49-F238E27FC236}">
                <a16:creationId xmlns:a16="http://schemas.microsoft.com/office/drawing/2014/main" id="{0410965D-55AD-F448-B56B-544CDF205027}"/>
              </a:ext>
            </a:extLst>
          </p:cNvPr>
          <p:cNvSpPr>
            <a:spLocks noGrp="1"/>
          </p:cNvSpPr>
          <p:nvPr>
            <p:ph type="ftr" sz="quarter" idx="11"/>
          </p:nvPr>
        </p:nvSpPr>
        <p:spPr/>
        <p:txBody>
          <a:bodyPr/>
          <a:lstStyle/>
          <a:p>
            <a:endParaRPr lang="de-DE"/>
          </a:p>
        </p:txBody>
      </p:sp>
      <p:sp>
        <p:nvSpPr>
          <p:cNvPr id="7" name="Slide Number Placeholder 6">
            <a:extLst>
              <a:ext uri="{FF2B5EF4-FFF2-40B4-BE49-F238E27FC236}">
                <a16:creationId xmlns:a16="http://schemas.microsoft.com/office/drawing/2014/main" id="{0054E442-AFC7-9D4A-8EFF-E622B9FEACFF}"/>
              </a:ext>
            </a:extLst>
          </p:cNvPr>
          <p:cNvSpPr>
            <a:spLocks noGrp="1"/>
          </p:cNvSpPr>
          <p:nvPr>
            <p:ph type="sldNum" sz="quarter" idx="12"/>
          </p:nvPr>
        </p:nvSpPr>
        <p:spPr/>
        <p:txBody>
          <a:bodyPr/>
          <a:lstStyle/>
          <a:p>
            <a:fld id="{3FED4754-4609-1F42-94E5-6AFC64FC967E}" type="slidenum">
              <a:rPr lang="de-DE" smtClean="0"/>
              <a:t>‹#›</a:t>
            </a:fld>
            <a:endParaRPr lang="de-DE"/>
          </a:p>
        </p:txBody>
      </p:sp>
    </p:spTree>
    <p:extLst>
      <p:ext uri="{BB962C8B-B14F-4D97-AF65-F5344CB8AC3E}">
        <p14:creationId xmlns:p14="http://schemas.microsoft.com/office/powerpoint/2010/main" val="94732300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CC04C-FFAE-CC46-9D1F-1ED7DF623AE8}"/>
              </a:ext>
            </a:extLst>
          </p:cNvPr>
          <p:cNvSpPr>
            <a:spLocks noGrp="1"/>
          </p:cNvSpPr>
          <p:nvPr>
            <p:ph type="title"/>
          </p:nvPr>
        </p:nvSpPr>
        <p:spPr>
          <a:xfrm>
            <a:off x="629841" y="273844"/>
            <a:ext cx="7886700" cy="994172"/>
          </a:xfrm>
        </p:spPr>
        <p:txBody>
          <a:bodyPr/>
          <a:lstStyle/>
          <a:p>
            <a:r>
              <a:rPr lang="en-US"/>
              <a:t>Click to edit Master title style</a:t>
            </a:r>
            <a:endParaRPr lang="de-DE"/>
          </a:p>
        </p:txBody>
      </p:sp>
      <p:sp>
        <p:nvSpPr>
          <p:cNvPr id="3" name="Text Placeholder 2">
            <a:extLst>
              <a:ext uri="{FF2B5EF4-FFF2-40B4-BE49-F238E27FC236}">
                <a16:creationId xmlns:a16="http://schemas.microsoft.com/office/drawing/2014/main" id="{A2180FA6-E2F8-7247-8BF6-6B913054FA59}"/>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a16="http://schemas.microsoft.com/office/drawing/2014/main" id="{BFFB25A4-C4B6-D842-8BF7-F2171E1C7E6E}"/>
              </a:ext>
            </a:extLst>
          </p:cNvPr>
          <p:cNvSpPr>
            <a:spLocks noGrp="1"/>
          </p:cNvSpPr>
          <p:nvPr>
            <p:ph sz="half" idx="2"/>
          </p:nvPr>
        </p:nvSpPr>
        <p:spPr>
          <a:xfrm>
            <a:off x="629842" y="1878806"/>
            <a:ext cx="3868340"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Text Placeholder 4">
            <a:extLst>
              <a:ext uri="{FF2B5EF4-FFF2-40B4-BE49-F238E27FC236}">
                <a16:creationId xmlns:a16="http://schemas.microsoft.com/office/drawing/2014/main" id="{5B9009AC-6C41-1E4B-8A68-2521DA81CFD0}"/>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a16="http://schemas.microsoft.com/office/drawing/2014/main" id="{C037C450-FBCF-DD4C-8D5B-CE930AA668ED}"/>
              </a:ext>
            </a:extLst>
          </p:cNvPr>
          <p:cNvSpPr>
            <a:spLocks noGrp="1"/>
          </p:cNvSpPr>
          <p:nvPr>
            <p:ph sz="quarter" idx="4"/>
          </p:nvPr>
        </p:nvSpPr>
        <p:spPr>
          <a:xfrm>
            <a:off x="4629150" y="1878806"/>
            <a:ext cx="3887391"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7" name="Date Placeholder 6">
            <a:extLst>
              <a:ext uri="{FF2B5EF4-FFF2-40B4-BE49-F238E27FC236}">
                <a16:creationId xmlns:a16="http://schemas.microsoft.com/office/drawing/2014/main" id="{24004A2E-F564-154F-9BF6-A8E7A3005660}"/>
              </a:ext>
            </a:extLst>
          </p:cNvPr>
          <p:cNvSpPr>
            <a:spLocks noGrp="1"/>
          </p:cNvSpPr>
          <p:nvPr>
            <p:ph type="dt" sz="half" idx="10"/>
          </p:nvPr>
        </p:nvSpPr>
        <p:spPr/>
        <p:txBody>
          <a:bodyPr/>
          <a:lstStyle/>
          <a:p>
            <a:fld id="{69087E33-01EA-4F4B-9E0C-32194DFD55BD}" type="datetimeFigureOut">
              <a:rPr lang="de-DE" smtClean="0"/>
              <a:t>21.08.24</a:t>
            </a:fld>
            <a:endParaRPr lang="de-DE"/>
          </a:p>
        </p:txBody>
      </p:sp>
      <p:sp>
        <p:nvSpPr>
          <p:cNvPr id="8" name="Footer Placeholder 7">
            <a:extLst>
              <a:ext uri="{FF2B5EF4-FFF2-40B4-BE49-F238E27FC236}">
                <a16:creationId xmlns:a16="http://schemas.microsoft.com/office/drawing/2014/main" id="{6EF4ED1F-59D4-9641-B94D-D4FC89F72E44}"/>
              </a:ext>
            </a:extLst>
          </p:cNvPr>
          <p:cNvSpPr>
            <a:spLocks noGrp="1"/>
          </p:cNvSpPr>
          <p:nvPr>
            <p:ph type="ftr" sz="quarter" idx="11"/>
          </p:nvPr>
        </p:nvSpPr>
        <p:spPr/>
        <p:txBody>
          <a:bodyPr/>
          <a:lstStyle/>
          <a:p>
            <a:endParaRPr lang="de-DE"/>
          </a:p>
        </p:txBody>
      </p:sp>
      <p:sp>
        <p:nvSpPr>
          <p:cNvPr id="9" name="Slide Number Placeholder 8">
            <a:extLst>
              <a:ext uri="{FF2B5EF4-FFF2-40B4-BE49-F238E27FC236}">
                <a16:creationId xmlns:a16="http://schemas.microsoft.com/office/drawing/2014/main" id="{4CA460B6-14E3-7E4B-AE38-5E38933DD282}"/>
              </a:ext>
            </a:extLst>
          </p:cNvPr>
          <p:cNvSpPr>
            <a:spLocks noGrp="1"/>
          </p:cNvSpPr>
          <p:nvPr>
            <p:ph type="sldNum" sz="quarter" idx="12"/>
          </p:nvPr>
        </p:nvSpPr>
        <p:spPr/>
        <p:txBody>
          <a:bodyPr/>
          <a:lstStyle/>
          <a:p>
            <a:fld id="{3FED4754-4609-1F42-94E5-6AFC64FC967E}" type="slidenum">
              <a:rPr lang="de-DE" smtClean="0"/>
              <a:t>‹#›</a:t>
            </a:fld>
            <a:endParaRPr lang="de-DE"/>
          </a:p>
        </p:txBody>
      </p:sp>
    </p:spTree>
    <p:extLst>
      <p:ext uri="{BB962C8B-B14F-4D97-AF65-F5344CB8AC3E}">
        <p14:creationId xmlns:p14="http://schemas.microsoft.com/office/powerpoint/2010/main" val="48135997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952FA-EBDF-6446-A83E-BDB4437EB6CB}"/>
              </a:ext>
            </a:extLst>
          </p:cNvPr>
          <p:cNvSpPr>
            <a:spLocks noGrp="1"/>
          </p:cNvSpPr>
          <p:nvPr>
            <p:ph type="title"/>
          </p:nvPr>
        </p:nvSpPr>
        <p:spPr/>
        <p:txBody>
          <a:bodyPr/>
          <a:lstStyle/>
          <a:p>
            <a:r>
              <a:rPr lang="en-US"/>
              <a:t>Click to edit Master title style</a:t>
            </a:r>
            <a:endParaRPr lang="de-DE"/>
          </a:p>
        </p:txBody>
      </p:sp>
      <p:sp>
        <p:nvSpPr>
          <p:cNvPr id="3" name="Date Placeholder 2">
            <a:extLst>
              <a:ext uri="{FF2B5EF4-FFF2-40B4-BE49-F238E27FC236}">
                <a16:creationId xmlns:a16="http://schemas.microsoft.com/office/drawing/2014/main" id="{936CA8DE-4A93-2D41-9851-F08FFB524A91}"/>
              </a:ext>
            </a:extLst>
          </p:cNvPr>
          <p:cNvSpPr>
            <a:spLocks noGrp="1"/>
          </p:cNvSpPr>
          <p:nvPr>
            <p:ph type="dt" sz="half" idx="10"/>
          </p:nvPr>
        </p:nvSpPr>
        <p:spPr/>
        <p:txBody>
          <a:bodyPr/>
          <a:lstStyle/>
          <a:p>
            <a:fld id="{69087E33-01EA-4F4B-9E0C-32194DFD55BD}" type="datetimeFigureOut">
              <a:rPr lang="de-DE" smtClean="0"/>
              <a:t>21.08.24</a:t>
            </a:fld>
            <a:endParaRPr lang="de-DE"/>
          </a:p>
        </p:txBody>
      </p:sp>
      <p:sp>
        <p:nvSpPr>
          <p:cNvPr id="4" name="Footer Placeholder 3">
            <a:extLst>
              <a:ext uri="{FF2B5EF4-FFF2-40B4-BE49-F238E27FC236}">
                <a16:creationId xmlns:a16="http://schemas.microsoft.com/office/drawing/2014/main" id="{5F3FF429-CBBF-664C-9C3B-ADF4D1648FFD}"/>
              </a:ext>
            </a:extLst>
          </p:cNvPr>
          <p:cNvSpPr>
            <a:spLocks noGrp="1"/>
          </p:cNvSpPr>
          <p:nvPr>
            <p:ph type="ftr" sz="quarter" idx="11"/>
          </p:nvPr>
        </p:nvSpPr>
        <p:spPr/>
        <p:txBody>
          <a:bodyPr/>
          <a:lstStyle/>
          <a:p>
            <a:endParaRPr lang="de-DE"/>
          </a:p>
        </p:txBody>
      </p:sp>
      <p:sp>
        <p:nvSpPr>
          <p:cNvPr id="5" name="Slide Number Placeholder 4">
            <a:extLst>
              <a:ext uri="{FF2B5EF4-FFF2-40B4-BE49-F238E27FC236}">
                <a16:creationId xmlns:a16="http://schemas.microsoft.com/office/drawing/2014/main" id="{BCE7A867-D9EC-3347-A07F-0CC3CFD78F49}"/>
              </a:ext>
            </a:extLst>
          </p:cNvPr>
          <p:cNvSpPr>
            <a:spLocks noGrp="1"/>
          </p:cNvSpPr>
          <p:nvPr>
            <p:ph type="sldNum" sz="quarter" idx="12"/>
          </p:nvPr>
        </p:nvSpPr>
        <p:spPr/>
        <p:txBody>
          <a:bodyPr/>
          <a:lstStyle/>
          <a:p>
            <a:fld id="{3FED4754-4609-1F42-94E5-6AFC64FC967E}" type="slidenum">
              <a:rPr lang="de-DE" smtClean="0"/>
              <a:t>‹#›</a:t>
            </a:fld>
            <a:endParaRPr lang="de-DE"/>
          </a:p>
        </p:txBody>
      </p:sp>
    </p:spTree>
    <p:extLst>
      <p:ext uri="{BB962C8B-B14F-4D97-AF65-F5344CB8AC3E}">
        <p14:creationId xmlns:p14="http://schemas.microsoft.com/office/powerpoint/2010/main" val="248370730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B8430CF-1C77-924B-B31C-EDB408A94E40}"/>
              </a:ext>
            </a:extLst>
          </p:cNvPr>
          <p:cNvSpPr>
            <a:spLocks noGrp="1"/>
          </p:cNvSpPr>
          <p:nvPr>
            <p:ph type="dt" sz="half" idx="10"/>
          </p:nvPr>
        </p:nvSpPr>
        <p:spPr/>
        <p:txBody>
          <a:bodyPr/>
          <a:lstStyle/>
          <a:p>
            <a:fld id="{69087E33-01EA-4F4B-9E0C-32194DFD55BD}" type="datetimeFigureOut">
              <a:rPr lang="de-DE" smtClean="0"/>
              <a:t>21.08.24</a:t>
            </a:fld>
            <a:endParaRPr lang="de-DE"/>
          </a:p>
        </p:txBody>
      </p:sp>
      <p:sp>
        <p:nvSpPr>
          <p:cNvPr id="3" name="Footer Placeholder 2">
            <a:extLst>
              <a:ext uri="{FF2B5EF4-FFF2-40B4-BE49-F238E27FC236}">
                <a16:creationId xmlns:a16="http://schemas.microsoft.com/office/drawing/2014/main" id="{160B792E-C8FE-C84C-9F87-A3631BA38F7C}"/>
              </a:ext>
            </a:extLst>
          </p:cNvPr>
          <p:cNvSpPr>
            <a:spLocks noGrp="1"/>
          </p:cNvSpPr>
          <p:nvPr>
            <p:ph type="ftr" sz="quarter" idx="11"/>
          </p:nvPr>
        </p:nvSpPr>
        <p:spPr/>
        <p:txBody>
          <a:bodyPr/>
          <a:lstStyle/>
          <a:p>
            <a:endParaRPr lang="de-DE"/>
          </a:p>
        </p:txBody>
      </p:sp>
      <p:sp>
        <p:nvSpPr>
          <p:cNvPr id="4" name="Slide Number Placeholder 3">
            <a:extLst>
              <a:ext uri="{FF2B5EF4-FFF2-40B4-BE49-F238E27FC236}">
                <a16:creationId xmlns:a16="http://schemas.microsoft.com/office/drawing/2014/main" id="{9917307F-CC5E-F14C-BF3B-685A1D2432AF}"/>
              </a:ext>
            </a:extLst>
          </p:cNvPr>
          <p:cNvSpPr>
            <a:spLocks noGrp="1"/>
          </p:cNvSpPr>
          <p:nvPr>
            <p:ph type="sldNum" sz="quarter" idx="12"/>
          </p:nvPr>
        </p:nvSpPr>
        <p:spPr/>
        <p:txBody>
          <a:bodyPr/>
          <a:lstStyle/>
          <a:p>
            <a:fld id="{3FED4754-4609-1F42-94E5-6AFC64FC967E}" type="slidenum">
              <a:rPr lang="de-DE" smtClean="0"/>
              <a:t>‹#›</a:t>
            </a:fld>
            <a:endParaRPr lang="de-DE"/>
          </a:p>
        </p:txBody>
      </p:sp>
    </p:spTree>
    <p:extLst>
      <p:ext uri="{BB962C8B-B14F-4D97-AF65-F5344CB8AC3E}">
        <p14:creationId xmlns:p14="http://schemas.microsoft.com/office/powerpoint/2010/main" val="412252198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E4D97-A4DA-F148-8410-5FCC513A415D}"/>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de-DE"/>
          </a:p>
        </p:txBody>
      </p:sp>
      <p:sp>
        <p:nvSpPr>
          <p:cNvPr id="3" name="Content Placeholder 2">
            <a:extLst>
              <a:ext uri="{FF2B5EF4-FFF2-40B4-BE49-F238E27FC236}">
                <a16:creationId xmlns:a16="http://schemas.microsoft.com/office/drawing/2014/main" id="{83088EEE-0E86-0A46-9356-7A06E1B36722}"/>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Text Placeholder 3">
            <a:extLst>
              <a:ext uri="{FF2B5EF4-FFF2-40B4-BE49-F238E27FC236}">
                <a16:creationId xmlns:a16="http://schemas.microsoft.com/office/drawing/2014/main" id="{DF836015-8383-524C-A38A-264A460C83BA}"/>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C5C09372-F587-8F40-B8A2-E2175F933BC6}"/>
              </a:ext>
            </a:extLst>
          </p:cNvPr>
          <p:cNvSpPr>
            <a:spLocks noGrp="1"/>
          </p:cNvSpPr>
          <p:nvPr>
            <p:ph type="dt" sz="half" idx="10"/>
          </p:nvPr>
        </p:nvSpPr>
        <p:spPr/>
        <p:txBody>
          <a:bodyPr/>
          <a:lstStyle/>
          <a:p>
            <a:fld id="{69087E33-01EA-4F4B-9E0C-32194DFD55BD}" type="datetimeFigureOut">
              <a:rPr lang="de-DE" smtClean="0"/>
              <a:t>21.08.24</a:t>
            </a:fld>
            <a:endParaRPr lang="de-DE"/>
          </a:p>
        </p:txBody>
      </p:sp>
      <p:sp>
        <p:nvSpPr>
          <p:cNvPr id="6" name="Footer Placeholder 5">
            <a:extLst>
              <a:ext uri="{FF2B5EF4-FFF2-40B4-BE49-F238E27FC236}">
                <a16:creationId xmlns:a16="http://schemas.microsoft.com/office/drawing/2014/main" id="{0122CE7C-52B6-B747-BD62-34BB3E0C0E76}"/>
              </a:ext>
            </a:extLst>
          </p:cNvPr>
          <p:cNvSpPr>
            <a:spLocks noGrp="1"/>
          </p:cNvSpPr>
          <p:nvPr>
            <p:ph type="ftr" sz="quarter" idx="11"/>
          </p:nvPr>
        </p:nvSpPr>
        <p:spPr/>
        <p:txBody>
          <a:bodyPr/>
          <a:lstStyle/>
          <a:p>
            <a:endParaRPr lang="de-DE"/>
          </a:p>
        </p:txBody>
      </p:sp>
      <p:sp>
        <p:nvSpPr>
          <p:cNvPr id="7" name="Slide Number Placeholder 6">
            <a:extLst>
              <a:ext uri="{FF2B5EF4-FFF2-40B4-BE49-F238E27FC236}">
                <a16:creationId xmlns:a16="http://schemas.microsoft.com/office/drawing/2014/main" id="{CF71DD11-0FC2-4245-9AF9-90C6720D58DA}"/>
              </a:ext>
            </a:extLst>
          </p:cNvPr>
          <p:cNvSpPr>
            <a:spLocks noGrp="1"/>
          </p:cNvSpPr>
          <p:nvPr>
            <p:ph type="sldNum" sz="quarter" idx="12"/>
          </p:nvPr>
        </p:nvSpPr>
        <p:spPr/>
        <p:txBody>
          <a:bodyPr/>
          <a:lstStyle/>
          <a:p>
            <a:fld id="{3FED4754-4609-1F42-94E5-6AFC64FC967E}" type="slidenum">
              <a:rPr lang="de-DE" smtClean="0"/>
              <a:t>‹#›</a:t>
            </a:fld>
            <a:endParaRPr lang="de-DE"/>
          </a:p>
        </p:txBody>
      </p:sp>
    </p:spTree>
    <p:extLst>
      <p:ext uri="{BB962C8B-B14F-4D97-AF65-F5344CB8AC3E}">
        <p14:creationId xmlns:p14="http://schemas.microsoft.com/office/powerpoint/2010/main" val="41848589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1B2E0-F08B-EB48-B8FF-D2138D95B944}"/>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de-DE"/>
          </a:p>
        </p:txBody>
      </p:sp>
      <p:sp>
        <p:nvSpPr>
          <p:cNvPr id="3" name="Picture Placeholder 2">
            <a:extLst>
              <a:ext uri="{FF2B5EF4-FFF2-40B4-BE49-F238E27FC236}">
                <a16:creationId xmlns:a16="http://schemas.microsoft.com/office/drawing/2014/main" id="{A7E37193-BC31-A947-B683-7AACB5F79EA8}"/>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de-DE"/>
          </a:p>
        </p:txBody>
      </p:sp>
      <p:sp>
        <p:nvSpPr>
          <p:cNvPr id="4" name="Text Placeholder 3">
            <a:extLst>
              <a:ext uri="{FF2B5EF4-FFF2-40B4-BE49-F238E27FC236}">
                <a16:creationId xmlns:a16="http://schemas.microsoft.com/office/drawing/2014/main" id="{D9CEBBF5-3B5E-AA48-80EB-8515051E61F4}"/>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F0C093CC-1DE1-B642-93D4-17F6026448A1}"/>
              </a:ext>
            </a:extLst>
          </p:cNvPr>
          <p:cNvSpPr>
            <a:spLocks noGrp="1"/>
          </p:cNvSpPr>
          <p:nvPr>
            <p:ph type="dt" sz="half" idx="10"/>
          </p:nvPr>
        </p:nvSpPr>
        <p:spPr/>
        <p:txBody>
          <a:bodyPr/>
          <a:lstStyle/>
          <a:p>
            <a:fld id="{69087E33-01EA-4F4B-9E0C-32194DFD55BD}" type="datetimeFigureOut">
              <a:rPr lang="de-DE" smtClean="0"/>
              <a:t>21.08.24</a:t>
            </a:fld>
            <a:endParaRPr lang="de-DE"/>
          </a:p>
        </p:txBody>
      </p:sp>
      <p:sp>
        <p:nvSpPr>
          <p:cNvPr id="6" name="Footer Placeholder 5">
            <a:extLst>
              <a:ext uri="{FF2B5EF4-FFF2-40B4-BE49-F238E27FC236}">
                <a16:creationId xmlns:a16="http://schemas.microsoft.com/office/drawing/2014/main" id="{F0C47FCE-A4BF-BF49-9EEA-694CEDE47F57}"/>
              </a:ext>
            </a:extLst>
          </p:cNvPr>
          <p:cNvSpPr>
            <a:spLocks noGrp="1"/>
          </p:cNvSpPr>
          <p:nvPr>
            <p:ph type="ftr" sz="quarter" idx="11"/>
          </p:nvPr>
        </p:nvSpPr>
        <p:spPr/>
        <p:txBody>
          <a:bodyPr/>
          <a:lstStyle/>
          <a:p>
            <a:endParaRPr lang="de-DE"/>
          </a:p>
        </p:txBody>
      </p:sp>
      <p:sp>
        <p:nvSpPr>
          <p:cNvPr id="7" name="Slide Number Placeholder 6">
            <a:extLst>
              <a:ext uri="{FF2B5EF4-FFF2-40B4-BE49-F238E27FC236}">
                <a16:creationId xmlns:a16="http://schemas.microsoft.com/office/drawing/2014/main" id="{47D9FF0E-2B4E-5F44-8D85-E0705C71D0EA}"/>
              </a:ext>
            </a:extLst>
          </p:cNvPr>
          <p:cNvSpPr>
            <a:spLocks noGrp="1"/>
          </p:cNvSpPr>
          <p:nvPr>
            <p:ph type="sldNum" sz="quarter" idx="12"/>
          </p:nvPr>
        </p:nvSpPr>
        <p:spPr/>
        <p:txBody>
          <a:bodyPr/>
          <a:lstStyle/>
          <a:p>
            <a:fld id="{3FED4754-4609-1F42-94E5-6AFC64FC967E}" type="slidenum">
              <a:rPr lang="de-DE" smtClean="0"/>
              <a:t>‹#›</a:t>
            </a:fld>
            <a:endParaRPr lang="de-DE"/>
          </a:p>
        </p:txBody>
      </p:sp>
    </p:spTree>
    <p:extLst>
      <p:ext uri="{BB962C8B-B14F-4D97-AF65-F5344CB8AC3E}">
        <p14:creationId xmlns:p14="http://schemas.microsoft.com/office/powerpoint/2010/main" val="279210526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1470D-1D8C-CA42-85C9-A92FE9A2FDB1}"/>
              </a:ext>
            </a:extLst>
          </p:cNvPr>
          <p:cNvSpPr>
            <a:spLocks noGrp="1"/>
          </p:cNvSpPr>
          <p:nvPr>
            <p:ph type="title"/>
          </p:nvPr>
        </p:nvSpPr>
        <p:spPr/>
        <p:txBody>
          <a:bodyPr/>
          <a:lstStyle/>
          <a:p>
            <a:r>
              <a:rPr lang="en-US"/>
              <a:t>Click to edit Master title style</a:t>
            </a:r>
            <a:endParaRPr lang="de-DE"/>
          </a:p>
        </p:txBody>
      </p:sp>
      <p:sp>
        <p:nvSpPr>
          <p:cNvPr id="3" name="Vertical Text Placeholder 2">
            <a:extLst>
              <a:ext uri="{FF2B5EF4-FFF2-40B4-BE49-F238E27FC236}">
                <a16:creationId xmlns:a16="http://schemas.microsoft.com/office/drawing/2014/main" id="{C68D35B6-C5EF-764D-B0C2-5968878E76B3}"/>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07B02D9E-6EE3-0347-A6BB-5F3B8A543AAB}"/>
              </a:ext>
            </a:extLst>
          </p:cNvPr>
          <p:cNvSpPr>
            <a:spLocks noGrp="1"/>
          </p:cNvSpPr>
          <p:nvPr>
            <p:ph type="dt" sz="half" idx="10"/>
          </p:nvPr>
        </p:nvSpPr>
        <p:spPr/>
        <p:txBody>
          <a:bodyPr/>
          <a:lstStyle/>
          <a:p>
            <a:fld id="{69087E33-01EA-4F4B-9E0C-32194DFD55BD}" type="datetimeFigureOut">
              <a:rPr lang="de-DE" smtClean="0"/>
              <a:t>21.08.24</a:t>
            </a:fld>
            <a:endParaRPr lang="de-DE"/>
          </a:p>
        </p:txBody>
      </p:sp>
      <p:sp>
        <p:nvSpPr>
          <p:cNvPr id="5" name="Footer Placeholder 4">
            <a:extLst>
              <a:ext uri="{FF2B5EF4-FFF2-40B4-BE49-F238E27FC236}">
                <a16:creationId xmlns:a16="http://schemas.microsoft.com/office/drawing/2014/main" id="{7C97EF29-04F8-E541-8505-B1D95F805DAA}"/>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984B8BB6-987A-2542-BBCA-16648357449F}"/>
              </a:ext>
            </a:extLst>
          </p:cNvPr>
          <p:cNvSpPr>
            <a:spLocks noGrp="1"/>
          </p:cNvSpPr>
          <p:nvPr>
            <p:ph type="sldNum" sz="quarter" idx="12"/>
          </p:nvPr>
        </p:nvSpPr>
        <p:spPr/>
        <p:txBody>
          <a:bodyPr/>
          <a:lstStyle/>
          <a:p>
            <a:fld id="{3FED4754-4609-1F42-94E5-6AFC64FC967E}" type="slidenum">
              <a:rPr lang="de-DE" smtClean="0"/>
              <a:t>‹#›</a:t>
            </a:fld>
            <a:endParaRPr lang="de-DE"/>
          </a:p>
        </p:txBody>
      </p:sp>
    </p:spTree>
    <p:extLst>
      <p:ext uri="{BB962C8B-B14F-4D97-AF65-F5344CB8AC3E}">
        <p14:creationId xmlns:p14="http://schemas.microsoft.com/office/powerpoint/2010/main" val="119978935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0CAF380-D04C-734C-B693-C10721EC23F3}"/>
              </a:ext>
            </a:extLst>
          </p:cNvPr>
          <p:cNvSpPr>
            <a:spLocks noGrp="1"/>
          </p:cNvSpPr>
          <p:nvPr>
            <p:ph type="title" orient="vert"/>
          </p:nvPr>
        </p:nvSpPr>
        <p:spPr>
          <a:xfrm>
            <a:off x="6543675" y="273844"/>
            <a:ext cx="1971675" cy="4358879"/>
          </a:xfrm>
        </p:spPr>
        <p:txBody>
          <a:bodyPr vert="eaVert"/>
          <a:lstStyle/>
          <a:p>
            <a:r>
              <a:rPr lang="en-US"/>
              <a:t>Click to edit Master title style</a:t>
            </a:r>
            <a:endParaRPr lang="de-DE"/>
          </a:p>
        </p:txBody>
      </p:sp>
      <p:sp>
        <p:nvSpPr>
          <p:cNvPr id="3" name="Vertical Text Placeholder 2">
            <a:extLst>
              <a:ext uri="{FF2B5EF4-FFF2-40B4-BE49-F238E27FC236}">
                <a16:creationId xmlns:a16="http://schemas.microsoft.com/office/drawing/2014/main" id="{69A43E2A-F331-694F-9B53-5BED39FF3A22}"/>
              </a:ext>
            </a:extLst>
          </p:cNvPr>
          <p:cNvSpPr>
            <a:spLocks noGrp="1"/>
          </p:cNvSpPr>
          <p:nvPr>
            <p:ph type="body" orient="vert" idx="1"/>
          </p:nvPr>
        </p:nvSpPr>
        <p:spPr>
          <a:xfrm>
            <a:off x="628650" y="273844"/>
            <a:ext cx="5800725" cy="435887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8EC2D9CB-7474-A446-8C36-DDE7F9B4DE89}"/>
              </a:ext>
            </a:extLst>
          </p:cNvPr>
          <p:cNvSpPr>
            <a:spLocks noGrp="1"/>
          </p:cNvSpPr>
          <p:nvPr>
            <p:ph type="dt" sz="half" idx="10"/>
          </p:nvPr>
        </p:nvSpPr>
        <p:spPr/>
        <p:txBody>
          <a:bodyPr/>
          <a:lstStyle/>
          <a:p>
            <a:fld id="{69087E33-01EA-4F4B-9E0C-32194DFD55BD}" type="datetimeFigureOut">
              <a:rPr lang="de-DE" smtClean="0"/>
              <a:t>21.08.24</a:t>
            </a:fld>
            <a:endParaRPr lang="de-DE"/>
          </a:p>
        </p:txBody>
      </p:sp>
      <p:sp>
        <p:nvSpPr>
          <p:cNvPr id="5" name="Footer Placeholder 4">
            <a:extLst>
              <a:ext uri="{FF2B5EF4-FFF2-40B4-BE49-F238E27FC236}">
                <a16:creationId xmlns:a16="http://schemas.microsoft.com/office/drawing/2014/main" id="{7079675F-1487-A744-A006-3991DA3922D6}"/>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3E1821C7-C7C2-F645-AE74-794C183C0D42}"/>
              </a:ext>
            </a:extLst>
          </p:cNvPr>
          <p:cNvSpPr>
            <a:spLocks noGrp="1"/>
          </p:cNvSpPr>
          <p:nvPr>
            <p:ph type="sldNum" sz="quarter" idx="12"/>
          </p:nvPr>
        </p:nvSpPr>
        <p:spPr/>
        <p:txBody>
          <a:bodyPr/>
          <a:lstStyle/>
          <a:p>
            <a:fld id="{3FED4754-4609-1F42-94E5-6AFC64FC967E}" type="slidenum">
              <a:rPr lang="de-DE" smtClean="0"/>
              <a:t>‹#›</a:t>
            </a:fld>
            <a:endParaRPr lang="de-DE"/>
          </a:p>
        </p:txBody>
      </p:sp>
    </p:spTree>
    <p:extLst>
      <p:ext uri="{BB962C8B-B14F-4D97-AF65-F5344CB8AC3E}">
        <p14:creationId xmlns:p14="http://schemas.microsoft.com/office/powerpoint/2010/main" val="239274705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Vortragstitelvorschlag 1">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ED478D9B-B69C-440B-AC17-F6BDA4A08E22}"/>
              </a:ext>
            </a:extLst>
          </p:cNvPr>
          <p:cNvSpPr/>
          <p:nvPr userDrawn="1"/>
        </p:nvSpPr>
        <p:spPr bwMode="auto">
          <a:xfrm>
            <a:off x="0" y="4156075"/>
            <a:ext cx="9144000" cy="995196"/>
          </a:xfrm>
          <a:prstGeom prst="rect">
            <a:avLst/>
          </a:prstGeom>
          <a:solidFill>
            <a:srgbClr val="F07D00"/>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400" b="0" i="0" u="none" strike="noStrike" cap="none" normalizeH="0" baseline="0">
              <a:ln>
                <a:noFill/>
              </a:ln>
              <a:solidFill>
                <a:srgbClr val="F07D00"/>
              </a:solidFill>
              <a:effectLst/>
              <a:latin typeface="Lucida Grande CY" pitchFamily="-111" charset="-52"/>
              <a:ea typeface="ヒラギノ角ゴ Pro W3" pitchFamily="-111" charset="-128"/>
              <a:cs typeface="ヒラギノ角ゴ Pro W3" pitchFamily="-111" charset="-128"/>
            </a:endParaRPr>
          </a:p>
        </p:txBody>
      </p:sp>
      <p:pic>
        <p:nvPicPr>
          <p:cNvPr id="16" name="Grafik 15">
            <a:extLst>
              <a:ext uri="{FF2B5EF4-FFF2-40B4-BE49-F238E27FC236}">
                <a16:creationId xmlns:a16="http://schemas.microsoft.com/office/drawing/2014/main" id="{F68B972B-FF75-49A2-803A-F5351E02B2F4}"/>
              </a:ext>
            </a:extLst>
          </p:cNvPr>
          <p:cNvPicPr>
            <a:picLocks noChangeAspect="1"/>
          </p:cNvPicPr>
          <p:nvPr userDrawn="1"/>
        </p:nvPicPr>
        <p:blipFill>
          <a:blip r:embed="rId2"/>
          <a:stretch>
            <a:fillRect/>
          </a:stretch>
        </p:blipFill>
        <p:spPr>
          <a:xfrm>
            <a:off x="1527048" y="339502"/>
            <a:ext cx="6089904" cy="2487168"/>
          </a:xfrm>
          <a:prstGeom prst="rect">
            <a:avLst/>
          </a:prstGeom>
        </p:spPr>
      </p:pic>
      <p:sp>
        <p:nvSpPr>
          <p:cNvPr id="4" name="Titel 1">
            <a:extLst>
              <a:ext uri="{FF2B5EF4-FFF2-40B4-BE49-F238E27FC236}">
                <a16:creationId xmlns:a16="http://schemas.microsoft.com/office/drawing/2014/main" id="{00CAC9A1-2483-B247-8304-F25CB4CCCDD8}"/>
              </a:ext>
            </a:extLst>
          </p:cNvPr>
          <p:cNvSpPr>
            <a:spLocks noGrp="1"/>
          </p:cNvSpPr>
          <p:nvPr>
            <p:ph type="ctrTitle" hasCustomPrompt="1"/>
          </p:nvPr>
        </p:nvSpPr>
        <p:spPr>
          <a:xfrm>
            <a:off x="2184219" y="4238175"/>
            <a:ext cx="4775561" cy="830996"/>
          </a:xfrm>
          <a:prstGeom prst="rect">
            <a:avLst/>
          </a:prstGeom>
        </p:spPr>
        <p:txBody>
          <a:bodyPr anchor="b"/>
          <a:lstStyle>
            <a:lvl1pPr algn="ctr">
              <a:defRPr sz="2400" b="1">
                <a:solidFill>
                  <a:schemeClr val="bg1"/>
                </a:solidFill>
                <a:latin typeface="Lucida Sans Unicode" panose="020B0602030504020204" pitchFamily="34" charset="0"/>
                <a:cs typeface="Lucida Sans Unicode" panose="020B0602030504020204" pitchFamily="34" charset="0"/>
              </a:defRPr>
            </a:lvl1pPr>
          </a:lstStyle>
          <a:p>
            <a:r>
              <a:rPr lang="de-DE" dirty="0"/>
              <a:t>Mastertitelformat bearbeiten</a:t>
            </a:r>
            <a:br>
              <a:rPr lang="de-DE" dirty="0"/>
            </a:br>
            <a:endParaRPr lang="de-DE" dirty="0"/>
          </a:p>
        </p:txBody>
      </p:sp>
    </p:spTree>
    <p:extLst>
      <p:ext uri="{BB962C8B-B14F-4D97-AF65-F5344CB8AC3E}">
        <p14:creationId xmlns:p14="http://schemas.microsoft.com/office/powerpoint/2010/main" val="6035474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ypografiefolie">
    <p:spTree>
      <p:nvGrpSpPr>
        <p:cNvPr id="1" name=""/>
        <p:cNvGrpSpPr/>
        <p:nvPr/>
      </p:nvGrpSpPr>
      <p:grpSpPr>
        <a:xfrm>
          <a:off x="0" y="0"/>
          <a:ext cx="0" cy="0"/>
          <a:chOff x="0" y="0"/>
          <a:chExt cx="0" cy="0"/>
        </a:xfrm>
      </p:grpSpPr>
      <p:sp>
        <p:nvSpPr>
          <p:cNvPr id="3" name="Titel 4">
            <a:extLst>
              <a:ext uri="{FF2B5EF4-FFF2-40B4-BE49-F238E27FC236}">
                <a16:creationId xmlns:a16="http://schemas.microsoft.com/office/drawing/2014/main" id="{14C15DA4-01B9-EB45-8C6E-7E1CEA3473CF}"/>
              </a:ext>
            </a:extLst>
          </p:cNvPr>
          <p:cNvSpPr>
            <a:spLocks noGrp="1"/>
          </p:cNvSpPr>
          <p:nvPr>
            <p:ph type="title"/>
          </p:nvPr>
        </p:nvSpPr>
        <p:spPr>
          <a:xfrm>
            <a:off x="628650" y="274639"/>
            <a:ext cx="7886700" cy="491808"/>
          </a:xfrm>
          <a:prstGeom prst="rect">
            <a:avLst/>
          </a:prstGeom>
        </p:spPr>
        <p:txBody>
          <a:bodyPr anchor="b"/>
          <a:lstStyle>
            <a:lvl1pPr>
              <a:lnSpc>
                <a:spcPct val="100000"/>
              </a:lnSpc>
              <a:defRPr sz="2400">
                <a:solidFill>
                  <a:srgbClr val="F07D00"/>
                </a:solidFill>
              </a:defRPr>
            </a:lvl1pPr>
          </a:lstStyle>
          <a:p>
            <a:r>
              <a:rPr lang="en-US"/>
              <a:t>Click to edit Master title style</a:t>
            </a:r>
            <a:endParaRPr lang="de-DE" dirty="0"/>
          </a:p>
        </p:txBody>
      </p:sp>
      <p:sp>
        <p:nvSpPr>
          <p:cNvPr id="4" name="Textplatzhalter 6">
            <a:extLst>
              <a:ext uri="{FF2B5EF4-FFF2-40B4-BE49-F238E27FC236}">
                <a16:creationId xmlns:a16="http://schemas.microsoft.com/office/drawing/2014/main" id="{9DC62A13-EB87-5341-B874-21C0377A9186}"/>
              </a:ext>
            </a:extLst>
          </p:cNvPr>
          <p:cNvSpPr>
            <a:spLocks noGrp="1"/>
          </p:cNvSpPr>
          <p:nvPr>
            <p:ph type="body" sz="quarter" idx="10"/>
          </p:nvPr>
        </p:nvSpPr>
        <p:spPr>
          <a:xfrm>
            <a:off x="606424" y="915566"/>
            <a:ext cx="7908925" cy="3096344"/>
          </a:xfrm>
          <a:prstGeom prst="rect">
            <a:avLst/>
          </a:prstGeom>
        </p:spPr>
        <p:txBody>
          <a:bodyPr lIns="0"/>
          <a:lstStyle>
            <a:lvl1pPr marL="503634" indent="-285750">
              <a:buSzPct val="130000"/>
              <a:buFont typeface="Arial" panose="020B0604020202020204" pitchFamily="34" charset="0"/>
              <a:buChar char="•"/>
              <a:defRPr sz="1600">
                <a:solidFill>
                  <a:schemeClr val="tx1"/>
                </a:solidFill>
              </a:defRPr>
            </a:lvl1pPr>
            <a:lvl3pPr>
              <a:buSzPct val="150000"/>
              <a:defRPr/>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5" name="Textplatzhalter 3">
            <a:extLst>
              <a:ext uri="{FF2B5EF4-FFF2-40B4-BE49-F238E27FC236}">
                <a16:creationId xmlns:a16="http://schemas.microsoft.com/office/drawing/2014/main" id="{01A994B8-4662-6C41-BDB3-D830F6E5D246}"/>
              </a:ext>
            </a:extLst>
          </p:cNvPr>
          <p:cNvSpPr>
            <a:spLocks noGrp="1"/>
          </p:cNvSpPr>
          <p:nvPr>
            <p:ph type="body" sz="half" idx="2"/>
          </p:nvPr>
        </p:nvSpPr>
        <p:spPr>
          <a:xfrm>
            <a:off x="4583112" y="4083918"/>
            <a:ext cx="3932237" cy="226318"/>
          </a:xfrm>
          <a:prstGeom prst="rect">
            <a:avLst/>
          </a:prstGeom>
        </p:spPr>
        <p:txBody>
          <a:bodyPr/>
          <a:lstStyle>
            <a:lvl1pPr marL="0" indent="0" algn="r">
              <a:buNone/>
              <a:defRPr sz="1100">
                <a:solidFill>
                  <a:schemeClr val="tx1"/>
                </a:solidFill>
                <a:latin typeface="Lucida Sans Unicode" panose="020B0602030504020204" pitchFamily="34" charset="0"/>
                <a:cs typeface="Lucida Sans Unicode" panose="020B0602030504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cxnSp>
        <p:nvCxnSpPr>
          <p:cNvPr id="6" name="Gerade Verbindung 5">
            <a:extLst>
              <a:ext uri="{FF2B5EF4-FFF2-40B4-BE49-F238E27FC236}">
                <a16:creationId xmlns:a16="http://schemas.microsoft.com/office/drawing/2014/main" id="{05078E11-B259-A34F-9F3E-85C8C4D7741D}"/>
              </a:ext>
            </a:extLst>
          </p:cNvPr>
          <p:cNvCxnSpPr>
            <a:cxnSpLocks/>
          </p:cNvCxnSpPr>
          <p:nvPr userDrawn="1"/>
        </p:nvCxnSpPr>
        <p:spPr bwMode="auto">
          <a:xfrm>
            <a:off x="0" y="4299942"/>
            <a:ext cx="9252520" cy="0"/>
          </a:xfrm>
          <a:prstGeom prst="line">
            <a:avLst/>
          </a:prstGeom>
          <a:ln>
            <a:solidFill>
              <a:schemeClr val="bg1">
                <a:lumMod val="65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pic>
        <p:nvPicPr>
          <p:cNvPr id="7" name="Grafik 6">
            <a:extLst>
              <a:ext uri="{FF2B5EF4-FFF2-40B4-BE49-F238E27FC236}">
                <a16:creationId xmlns:a16="http://schemas.microsoft.com/office/drawing/2014/main" id="{FEB75DC2-C07B-694E-8A8B-3FBF7E65D967}"/>
              </a:ext>
            </a:extLst>
          </p:cNvPr>
          <p:cNvPicPr>
            <a:picLocks noChangeAspect="1"/>
          </p:cNvPicPr>
          <p:nvPr userDrawn="1"/>
        </p:nvPicPr>
        <p:blipFill>
          <a:blip r:embed="rId2"/>
          <a:stretch>
            <a:fillRect/>
          </a:stretch>
        </p:blipFill>
        <p:spPr>
          <a:xfrm>
            <a:off x="636647" y="4371950"/>
            <a:ext cx="1875788" cy="766087"/>
          </a:xfrm>
          <a:prstGeom prst="rect">
            <a:avLst/>
          </a:prstGeom>
        </p:spPr>
      </p:pic>
    </p:spTree>
    <p:extLst>
      <p:ext uri="{BB962C8B-B14F-4D97-AF65-F5344CB8AC3E}">
        <p14:creationId xmlns:p14="http://schemas.microsoft.com/office/powerpoint/2010/main" val="37936461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Vortragstitelvorschlag 2">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B72E3124-A01B-4DB9-8DF1-CFAE99957207}"/>
              </a:ext>
            </a:extLst>
          </p:cNvPr>
          <p:cNvSpPr/>
          <p:nvPr userDrawn="1"/>
        </p:nvSpPr>
        <p:spPr bwMode="auto">
          <a:xfrm>
            <a:off x="0" y="4156075"/>
            <a:ext cx="9144000" cy="995196"/>
          </a:xfrm>
          <a:prstGeom prst="rect">
            <a:avLst/>
          </a:prstGeom>
          <a:solidFill>
            <a:srgbClr val="F07D00"/>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de-DE" sz="2400" b="0" i="0" u="none" strike="noStrike" cap="none" normalizeH="0" baseline="0">
              <a:ln>
                <a:noFill/>
              </a:ln>
              <a:solidFill>
                <a:srgbClr val="000000"/>
              </a:solidFill>
              <a:effectLst/>
              <a:latin typeface="Lucida Grande CY" pitchFamily="-111" charset="-52"/>
              <a:ea typeface="ヒラギノ角ゴ Pro W3" pitchFamily="-111" charset="-128"/>
              <a:cs typeface="ヒラギノ角ゴ Pro W3" pitchFamily="-111" charset="-128"/>
            </a:endParaRPr>
          </a:p>
        </p:txBody>
      </p:sp>
      <p:pic>
        <p:nvPicPr>
          <p:cNvPr id="21" name="Grafik 20">
            <a:extLst>
              <a:ext uri="{FF2B5EF4-FFF2-40B4-BE49-F238E27FC236}">
                <a16:creationId xmlns:a16="http://schemas.microsoft.com/office/drawing/2014/main" id="{D7A552B6-F749-4196-B15C-7BA84ECEA692}"/>
              </a:ext>
            </a:extLst>
          </p:cNvPr>
          <p:cNvPicPr>
            <a:picLocks noChangeAspect="1"/>
          </p:cNvPicPr>
          <p:nvPr userDrawn="1"/>
        </p:nvPicPr>
        <p:blipFill>
          <a:blip r:embed="rId2"/>
          <a:stretch>
            <a:fillRect/>
          </a:stretch>
        </p:blipFill>
        <p:spPr>
          <a:xfrm>
            <a:off x="524543" y="252933"/>
            <a:ext cx="5651789" cy="1224804"/>
          </a:xfrm>
          <a:prstGeom prst="rect">
            <a:avLst/>
          </a:prstGeom>
        </p:spPr>
      </p:pic>
      <p:sp>
        <p:nvSpPr>
          <p:cNvPr id="4" name="Titel 4">
            <a:extLst>
              <a:ext uri="{FF2B5EF4-FFF2-40B4-BE49-F238E27FC236}">
                <a16:creationId xmlns:a16="http://schemas.microsoft.com/office/drawing/2014/main" id="{6E57C38C-F18C-0948-BD69-8EDB237205EA}"/>
              </a:ext>
            </a:extLst>
          </p:cNvPr>
          <p:cNvSpPr>
            <a:spLocks noGrp="1"/>
          </p:cNvSpPr>
          <p:nvPr>
            <p:ph type="title" hasCustomPrompt="1"/>
          </p:nvPr>
        </p:nvSpPr>
        <p:spPr>
          <a:xfrm>
            <a:off x="539552" y="2914975"/>
            <a:ext cx="5598566" cy="1241100"/>
          </a:xfrm>
          <a:prstGeom prst="rect">
            <a:avLst/>
          </a:prstGeom>
        </p:spPr>
        <p:txBody>
          <a:bodyPr anchor="b"/>
          <a:lstStyle>
            <a:lvl1pPr>
              <a:lnSpc>
                <a:spcPct val="100000"/>
              </a:lnSpc>
              <a:defRPr sz="2400" b="1">
                <a:solidFill>
                  <a:srgbClr val="F07D00"/>
                </a:solidFill>
                <a:latin typeface="Lucida Sans Unicode" panose="020B0602030504020204" pitchFamily="34" charset="0"/>
                <a:cs typeface="Lucida Sans Unicode" panose="020B0602030504020204" pitchFamily="34" charset="0"/>
              </a:defRPr>
            </a:lvl1pPr>
          </a:lstStyle>
          <a:p>
            <a:r>
              <a:rPr lang="de-DE" dirty="0"/>
              <a:t>Mastertitelformat bearbeiten</a:t>
            </a:r>
            <a:br>
              <a:rPr lang="de-DE" dirty="0"/>
            </a:br>
            <a:br>
              <a:rPr lang="de-DE" dirty="0"/>
            </a:br>
            <a:endParaRPr lang="de-DE" dirty="0"/>
          </a:p>
        </p:txBody>
      </p:sp>
      <p:sp>
        <p:nvSpPr>
          <p:cNvPr id="5" name="Textplatzhalter 11">
            <a:extLst>
              <a:ext uri="{FF2B5EF4-FFF2-40B4-BE49-F238E27FC236}">
                <a16:creationId xmlns:a16="http://schemas.microsoft.com/office/drawing/2014/main" id="{36A89447-4298-C44E-8F3A-8CAB0E88D050}"/>
              </a:ext>
            </a:extLst>
          </p:cNvPr>
          <p:cNvSpPr>
            <a:spLocks noGrp="1"/>
          </p:cNvSpPr>
          <p:nvPr>
            <p:ph type="body" sz="quarter" idx="10"/>
          </p:nvPr>
        </p:nvSpPr>
        <p:spPr>
          <a:xfrm>
            <a:off x="395536" y="4300538"/>
            <a:ext cx="5599113" cy="647700"/>
          </a:xfrm>
          <a:prstGeom prst="rect">
            <a:avLst/>
          </a:prstGeom>
        </p:spPr>
        <p:txBody>
          <a:bodyPr lIns="0" tIns="46800" anchor="t"/>
          <a:lstStyle>
            <a:lvl1pPr marL="217884" indent="0" algn="l">
              <a:buNone/>
              <a:defRPr sz="1600">
                <a:solidFill>
                  <a:schemeClr val="bg1"/>
                </a:solidFill>
                <a:latin typeface="Lucida Sans Unicode" panose="020B0602030504020204" pitchFamily="34" charset="0"/>
                <a:cs typeface="Lucida Sans Unicode" panose="020B0602030504020204" pitchFamily="34" charset="0"/>
              </a:defRPr>
            </a:lvl1pPr>
          </a:lstStyle>
          <a:p>
            <a:pPr lvl="0"/>
            <a:r>
              <a:rPr lang="en-US"/>
              <a:t>Edit Master text styles</a:t>
            </a:r>
          </a:p>
        </p:txBody>
      </p:sp>
    </p:spTree>
    <p:extLst>
      <p:ext uri="{BB962C8B-B14F-4D97-AF65-F5344CB8AC3E}">
        <p14:creationId xmlns:p14="http://schemas.microsoft.com/office/powerpoint/2010/main" val="38409063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enutzerdefiniertes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7213970"/>
      </p:ext>
    </p:extLst>
  </p:cSld>
  <p:clrMapOvr>
    <a:masterClrMapping/>
  </p:clrMapOvr>
  <p:transition spd="slow" advClick="0" advTm="4000">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_Benutzerdefiniertes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8978859"/>
      </p:ext>
    </p:extLst>
  </p:cSld>
  <p:clrMapOvr>
    <a:masterClrMapping/>
  </p:clrMapOvr>
  <p:transition spd="slow" advClick="0" advTm="4000">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abelle">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C1CD4BB3-CAE5-284B-B813-E1E54E7E256E}"/>
              </a:ext>
            </a:extLst>
          </p:cNvPr>
          <p:cNvPicPr>
            <a:picLocks noChangeAspect="1"/>
          </p:cNvPicPr>
          <p:nvPr userDrawn="1"/>
        </p:nvPicPr>
        <p:blipFill>
          <a:blip r:embed="rId2"/>
          <a:stretch>
            <a:fillRect/>
          </a:stretch>
        </p:blipFill>
        <p:spPr>
          <a:xfrm>
            <a:off x="636647" y="4371950"/>
            <a:ext cx="1875788" cy="766087"/>
          </a:xfrm>
          <a:prstGeom prst="rect">
            <a:avLst/>
          </a:prstGeom>
        </p:spPr>
      </p:pic>
      <p:sp>
        <p:nvSpPr>
          <p:cNvPr id="4" name="Tabellenplatzhalter 4">
            <a:extLst>
              <a:ext uri="{FF2B5EF4-FFF2-40B4-BE49-F238E27FC236}">
                <a16:creationId xmlns:a16="http://schemas.microsoft.com/office/drawing/2014/main" id="{3BD41F01-86CE-8343-814D-20D125B693C1}"/>
              </a:ext>
            </a:extLst>
          </p:cNvPr>
          <p:cNvSpPr>
            <a:spLocks noGrp="1"/>
          </p:cNvSpPr>
          <p:nvPr>
            <p:ph type="tbl" sz="quarter" idx="10"/>
          </p:nvPr>
        </p:nvSpPr>
        <p:spPr>
          <a:xfrm>
            <a:off x="604840" y="857251"/>
            <a:ext cx="7932737" cy="3154660"/>
          </a:xfrm>
          <a:prstGeom prst="rect">
            <a:avLst/>
          </a:prstGeom>
        </p:spPr>
        <p:txBody>
          <a:bodyPr vert="horz">
            <a:normAutofit/>
          </a:bodyPr>
          <a:lstStyle>
            <a:lvl1pPr marL="0" indent="0">
              <a:buFontTx/>
              <a:buNone/>
              <a:defRPr sz="900">
                <a:solidFill>
                  <a:schemeClr val="tx1"/>
                </a:solidFill>
                <a:latin typeface="Lucida Sans Unicode"/>
              </a:defRPr>
            </a:lvl1pPr>
          </a:lstStyle>
          <a:p>
            <a:r>
              <a:rPr lang="en-US"/>
              <a:t>Click icon to add table</a:t>
            </a:r>
            <a:endParaRPr lang="de-DE" dirty="0"/>
          </a:p>
        </p:txBody>
      </p:sp>
      <p:sp>
        <p:nvSpPr>
          <p:cNvPr id="6" name="Textplatzhalter 3">
            <a:extLst>
              <a:ext uri="{FF2B5EF4-FFF2-40B4-BE49-F238E27FC236}">
                <a16:creationId xmlns:a16="http://schemas.microsoft.com/office/drawing/2014/main" id="{93EA4D21-B3FE-A648-ABEA-D4ECF20846FD}"/>
              </a:ext>
            </a:extLst>
          </p:cNvPr>
          <p:cNvSpPr>
            <a:spLocks noGrp="1"/>
          </p:cNvSpPr>
          <p:nvPr>
            <p:ph type="body" sz="half" idx="2"/>
          </p:nvPr>
        </p:nvSpPr>
        <p:spPr>
          <a:xfrm>
            <a:off x="4583112" y="4083918"/>
            <a:ext cx="3932237" cy="226318"/>
          </a:xfrm>
          <a:prstGeom prst="rect">
            <a:avLst/>
          </a:prstGeom>
        </p:spPr>
        <p:txBody>
          <a:bodyPr/>
          <a:lstStyle>
            <a:lvl1pPr marL="0" indent="0" algn="r">
              <a:buNone/>
              <a:defRPr sz="1100">
                <a:solidFill>
                  <a:schemeClr val="tx1"/>
                </a:solidFill>
                <a:latin typeface="Lucida Sans Unicode" panose="020B0602030504020204" pitchFamily="34" charset="0"/>
                <a:cs typeface="Lucida Sans Unicode" panose="020B0602030504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cxnSp>
        <p:nvCxnSpPr>
          <p:cNvPr id="7" name="Gerade Verbindung 6">
            <a:extLst>
              <a:ext uri="{FF2B5EF4-FFF2-40B4-BE49-F238E27FC236}">
                <a16:creationId xmlns:a16="http://schemas.microsoft.com/office/drawing/2014/main" id="{6F0C0B21-7C63-8941-A020-55509D3A96D7}"/>
              </a:ext>
            </a:extLst>
          </p:cNvPr>
          <p:cNvCxnSpPr>
            <a:cxnSpLocks/>
          </p:cNvCxnSpPr>
          <p:nvPr userDrawn="1"/>
        </p:nvCxnSpPr>
        <p:spPr bwMode="auto">
          <a:xfrm>
            <a:off x="0" y="4299942"/>
            <a:ext cx="9252520" cy="0"/>
          </a:xfrm>
          <a:prstGeom prst="line">
            <a:avLst/>
          </a:prstGeom>
          <a:ln>
            <a:solidFill>
              <a:schemeClr val="bg1">
                <a:lumMod val="65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8" name="Titel 4">
            <a:extLst>
              <a:ext uri="{FF2B5EF4-FFF2-40B4-BE49-F238E27FC236}">
                <a16:creationId xmlns:a16="http://schemas.microsoft.com/office/drawing/2014/main" id="{A7FFF7E9-D85F-B04F-A37B-2E9E5130A9B5}"/>
              </a:ext>
            </a:extLst>
          </p:cNvPr>
          <p:cNvSpPr>
            <a:spLocks noGrp="1"/>
          </p:cNvSpPr>
          <p:nvPr>
            <p:ph type="title"/>
          </p:nvPr>
        </p:nvSpPr>
        <p:spPr>
          <a:xfrm>
            <a:off x="628650" y="274639"/>
            <a:ext cx="7886700" cy="491808"/>
          </a:xfrm>
          <a:prstGeom prst="rect">
            <a:avLst/>
          </a:prstGeom>
        </p:spPr>
        <p:txBody>
          <a:bodyPr anchor="b"/>
          <a:lstStyle>
            <a:lvl1pPr>
              <a:lnSpc>
                <a:spcPct val="100000"/>
              </a:lnSpc>
              <a:defRPr sz="2400">
                <a:solidFill>
                  <a:srgbClr val="F07D00"/>
                </a:solidFill>
              </a:defRPr>
            </a:lvl1pPr>
          </a:lstStyle>
          <a:p>
            <a:r>
              <a:rPr lang="en-US"/>
              <a:t>Click to edit Master title style</a:t>
            </a:r>
            <a:endParaRPr lang="de-DE"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Titel und Inhalt">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20220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9F143C-53E8-5A4D-8FFD-9AFD88923CAA}"/>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dirty="0"/>
              <a:t>Click to edit Master title style</a:t>
            </a:r>
            <a:endParaRPr lang="de-DE" dirty="0"/>
          </a:p>
        </p:txBody>
      </p:sp>
      <p:sp>
        <p:nvSpPr>
          <p:cNvPr id="3" name="Text Placeholder 2">
            <a:extLst>
              <a:ext uri="{FF2B5EF4-FFF2-40B4-BE49-F238E27FC236}">
                <a16:creationId xmlns:a16="http://schemas.microsoft.com/office/drawing/2014/main" id="{E06D4EC6-FFFB-7048-A4F4-F552B573F1F1}"/>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de-DE" dirty="0"/>
          </a:p>
        </p:txBody>
      </p:sp>
      <p:sp>
        <p:nvSpPr>
          <p:cNvPr id="4" name="Date Placeholder 3">
            <a:extLst>
              <a:ext uri="{FF2B5EF4-FFF2-40B4-BE49-F238E27FC236}">
                <a16:creationId xmlns:a16="http://schemas.microsoft.com/office/drawing/2014/main" id="{3DAE32AA-F49F-C74F-AC95-92D91D3901B4}"/>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69087E33-01EA-4F4B-9E0C-32194DFD55BD}" type="datetimeFigureOut">
              <a:rPr lang="de-DE" smtClean="0"/>
              <a:t>21.08.24</a:t>
            </a:fld>
            <a:endParaRPr lang="de-DE"/>
          </a:p>
        </p:txBody>
      </p:sp>
      <p:sp>
        <p:nvSpPr>
          <p:cNvPr id="5" name="Footer Placeholder 4">
            <a:extLst>
              <a:ext uri="{FF2B5EF4-FFF2-40B4-BE49-F238E27FC236}">
                <a16:creationId xmlns:a16="http://schemas.microsoft.com/office/drawing/2014/main" id="{5D5A4086-87B9-024D-9B5F-76FCC88851FF}"/>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de-DE"/>
          </a:p>
        </p:txBody>
      </p:sp>
      <p:sp>
        <p:nvSpPr>
          <p:cNvPr id="6" name="Slide Number Placeholder 5">
            <a:extLst>
              <a:ext uri="{FF2B5EF4-FFF2-40B4-BE49-F238E27FC236}">
                <a16:creationId xmlns:a16="http://schemas.microsoft.com/office/drawing/2014/main" id="{18539856-FA36-7A4D-9301-4ACB4FB7525C}"/>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3FED4754-4609-1F42-94E5-6AFC64FC967E}" type="slidenum">
              <a:rPr lang="de-DE" smtClean="0"/>
              <a:t>‹#›</a:t>
            </a:fld>
            <a:endParaRPr lang="de-DE"/>
          </a:p>
        </p:txBody>
      </p:sp>
    </p:spTree>
    <p:extLst>
      <p:ext uri="{BB962C8B-B14F-4D97-AF65-F5344CB8AC3E}">
        <p14:creationId xmlns:p14="http://schemas.microsoft.com/office/powerpoint/2010/main" val="2617687244"/>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3" r:id="rId14"/>
    <p:sldLayoutId id="2147483674" r:id="rId15"/>
    <p:sldLayoutId id="2147483675" r:id="rId16"/>
    <p:sldLayoutId id="2147483670" r:id="rId17"/>
    <p:sldLayoutId id="2147483672" r:id="rId18"/>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hannes.tegelbeckers@ovgu.de"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hyperlink" Target="mailto:hannes.tegelbeckers@ovgu.de" TargetMode="Externa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Gerade Verbindung mit Pfeil 18"/>
          <p:cNvCxnSpPr/>
          <p:nvPr/>
        </p:nvCxnSpPr>
        <p:spPr bwMode="auto">
          <a:xfrm flipV="1">
            <a:off x="0" y="2931790"/>
            <a:ext cx="9144000" cy="72008"/>
          </a:xfrm>
          <a:prstGeom prst="straightConnector1">
            <a:avLst/>
          </a:prstGeom>
          <a:solidFill>
            <a:srgbClr val="A33316"/>
          </a:solidFill>
          <a:ln w="9525" cap="flat" cmpd="sng" algn="ctr">
            <a:noFill/>
            <a:prstDash val="solid"/>
            <a:round/>
            <a:headEnd type="none" w="med" len="med"/>
            <a:tailEnd type="triangle"/>
          </a:ln>
          <a:effectLst/>
        </p:spPr>
      </p:cxnSp>
      <p:sp>
        <p:nvSpPr>
          <p:cNvPr id="2" name="Rechteck 1">
            <a:extLst>
              <a:ext uri="{FF2B5EF4-FFF2-40B4-BE49-F238E27FC236}">
                <a16:creationId xmlns:a16="http://schemas.microsoft.com/office/drawing/2014/main" id="{8472492C-86C7-4DC4-844C-353EC2FA8F1C}"/>
              </a:ext>
            </a:extLst>
          </p:cNvPr>
          <p:cNvSpPr/>
          <p:nvPr/>
        </p:nvSpPr>
        <p:spPr>
          <a:xfrm>
            <a:off x="21603" y="2715766"/>
            <a:ext cx="8856984" cy="461665"/>
          </a:xfrm>
          <a:prstGeom prst="rect">
            <a:avLst/>
          </a:prstGeom>
        </p:spPr>
        <p:txBody>
          <a:bodyPr wrap="square">
            <a:spAutoFit/>
          </a:bodyPr>
          <a:lstStyle/>
          <a:p>
            <a:r>
              <a:rPr lang="de-DE" altLang="de-DE" b="1" dirty="0" err="1">
                <a:solidFill>
                  <a:srgbClr val="F07D00"/>
                </a:solidFill>
                <a:latin typeface="Lucida Sans Unicode" panose="020B0602030504020204" pitchFamily="34" charset="0"/>
                <a:sym typeface="Lucida Grande" pitchFamily="-97" charset="0"/>
              </a:rPr>
              <a:t>ChatGPT</a:t>
            </a:r>
            <a:r>
              <a:rPr lang="de-DE" altLang="de-DE" b="1" dirty="0">
                <a:solidFill>
                  <a:srgbClr val="F07D00"/>
                </a:solidFill>
                <a:latin typeface="Lucida Sans Unicode" panose="020B0602030504020204" pitchFamily="34" charset="0"/>
                <a:sym typeface="Lucida Grande" pitchFamily="-97" charset="0"/>
              </a:rPr>
              <a:t> </a:t>
            </a:r>
            <a:r>
              <a:rPr lang="de-DE" altLang="de-DE" b="1" dirty="0" err="1">
                <a:solidFill>
                  <a:srgbClr val="F07D00"/>
                </a:solidFill>
                <a:latin typeface="Lucida Sans Unicode" panose="020B0602030504020204" pitchFamily="34" charset="0"/>
                <a:sym typeface="Lucida Grande" pitchFamily="-97" charset="0"/>
              </a:rPr>
              <a:t>for</a:t>
            </a:r>
            <a:r>
              <a:rPr lang="de-DE" altLang="de-DE" b="1" dirty="0">
                <a:solidFill>
                  <a:srgbClr val="F07D00"/>
                </a:solidFill>
                <a:latin typeface="Lucida Sans Unicode" panose="020B0602030504020204" pitchFamily="34" charset="0"/>
                <a:sym typeface="Lucida Grande" pitchFamily="-97" charset="0"/>
              </a:rPr>
              <a:t> </a:t>
            </a:r>
            <a:r>
              <a:rPr lang="de-DE" altLang="de-DE" b="1" dirty="0" err="1">
                <a:solidFill>
                  <a:srgbClr val="F07D00"/>
                </a:solidFill>
                <a:latin typeface="Lucida Sans Unicode" panose="020B0602030504020204" pitchFamily="34" charset="0"/>
                <a:sym typeface="Lucida Grande" pitchFamily="-97" charset="0"/>
              </a:rPr>
              <a:t>Educators</a:t>
            </a:r>
            <a:r>
              <a:rPr lang="de-DE" altLang="de-DE" b="1" dirty="0">
                <a:solidFill>
                  <a:srgbClr val="F07D00"/>
                </a:solidFill>
                <a:latin typeface="Lucida Sans Unicode" panose="020B0602030504020204" pitchFamily="34" charset="0"/>
                <a:sym typeface="Lucida Grande" pitchFamily="-97" charset="0"/>
              </a:rPr>
              <a:t>- Workshop</a:t>
            </a:r>
          </a:p>
        </p:txBody>
      </p:sp>
      <p:sp>
        <p:nvSpPr>
          <p:cNvPr id="6" name="Text Placeholder 2">
            <a:extLst>
              <a:ext uri="{FF2B5EF4-FFF2-40B4-BE49-F238E27FC236}">
                <a16:creationId xmlns:a16="http://schemas.microsoft.com/office/drawing/2014/main" id="{88F0AE12-C1B3-4B4E-8150-891E27D08AD6}"/>
              </a:ext>
            </a:extLst>
          </p:cNvPr>
          <p:cNvSpPr txBox="1">
            <a:spLocks/>
          </p:cNvSpPr>
          <p:nvPr/>
        </p:nvSpPr>
        <p:spPr>
          <a:xfrm>
            <a:off x="33417" y="4156075"/>
            <a:ext cx="3312368" cy="987425"/>
          </a:xfrm>
          <a:prstGeom prst="rect">
            <a:avLst/>
          </a:prstGeom>
        </p:spPr>
        <p:txBody>
          <a:bodyPr vert="horz" lIns="0" tIns="46800" rIns="91440" bIns="45720" rtlCol="0" anchor="t">
            <a:normAutofit/>
          </a:bodyPr>
          <a:lstStyle>
            <a:lvl1pPr marL="217884" indent="0" algn="l" defTabSz="685800" rtl="0" eaLnBrk="1" latinLnBrk="0" hangingPunct="1">
              <a:lnSpc>
                <a:spcPct val="90000"/>
              </a:lnSpc>
              <a:spcBef>
                <a:spcPts val="750"/>
              </a:spcBef>
              <a:buFont typeface="Arial" panose="020B0604020202020204" pitchFamily="34" charset="0"/>
              <a:buNone/>
              <a:defRPr sz="1600" kern="1200">
                <a:solidFill>
                  <a:schemeClr val="bg1"/>
                </a:solidFill>
                <a:latin typeface="Lucida Sans Unicode" panose="020B0602030504020204" pitchFamily="34" charset="0"/>
                <a:ea typeface="+mn-ea"/>
                <a:cs typeface="Lucida Sans Unicode" panose="020B0602030504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pPr>
            <a:r>
              <a:rPr lang="de-DE" dirty="0"/>
              <a:t>Hannes </a:t>
            </a:r>
            <a:r>
              <a:rPr lang="de-DE" dirty="0" err="1"/>
              <a:t>Tegelbeckers</a:t>
            </a:r>
            <a:r>
              <a:rPr lang="de-DE" dirty="0"/>
              <a:t> </a:t>
            </a:r>
          </a:p>
          <a:p>
            <a:pPr fontAlgn="auto">
              <a:spcAft>
                <a:spcPts val="0"/>
              </a:spcAft>
            </a:pPr>
            <a:r>
              <a:rPr lang="de-DE" dirty="0">
                <a:hlinkClick r:id="rId3">
                  <a:extLst>
                    <a:ext uri="{A12FA001-AC4F-418D-AE19-62706E023703}">
                      <ahyp:hlinkClr xmlns:ahyp="http://schemas.microsoft.com/office/drawing/2018/hyperlinkcolor" val="tx"/>
                    </a:ext>
                  </a:extLst>
                </a:hlinkClick>
              </a:rPr>
              <a:t>hannes.tegelbeckers@ovgu.de</a:t>
            </a:r>
            <a:endParaRPr lang="de-DE" dirty="0"/>
          </a:p>
          <a:p>
            <a:pPr fontAlgn="auto">
              <a:spcAft>
                <a:spcPts val="0"/>
              </a:spcAft>
            </a:pPr>
            <a:r>
              <a:rPr lang="de-DE" dirty="0"/>
              <a:t>+49 391 6756373</a:t>
            </a:r>
          </a:p>
          <a:p>
            <a:pPr fontAlgn="auto">
              <a:spcAft>
                <a:spcPts val="0"/>
              </a:spcAft>
            </a:pPr>
            <a:endParaRPr lang="de-DE"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B54A1-3040-2248-9CC7-B25A55229170}"/>
              </a:ext>
            </a:extLst>
          </p:cNvPr>
          <p:cNvSpPr>
            <a:spLocks noGrp="1"/>
          </p:cNvSpPr>
          <p:nvPr>
            <p:ph type="title"/>
          </p:nvPr>
        </p:nvSpPr>
        <p:spPr/>
        <p:txBody>
          <a:bodyPr>
            <a:normAutofit/>
          </a:bodyPr>
          <a:lstStyle/>
          <a:p>
            <a:pPr marL="217884" indent="0">
              <a:buNone/>
            </a:pPr>
            <a:r>
              <a:rPr lang="en-GB" dirty="0"/>
              <a:t>Definition of Artificial Intelligence (AI)</a:t>
            </a:r>
          </a:p>
        </p:txBody>
      </p:sp>
      <p:sp>
        <p:nvSpPr>
          <p:cNvPr id="3" name="Text Placeholder 2">
            <a:extLst>
              <a:ext uri="{FF2B5EF4-FFF2-40B4-BE49-F238E27FC236}">
                <a16:creationId xmlns:a16="http://schemas.microsoft.com/office/drawing/2014/main" id="{70DED67A-8F6C-7D80-D3FF-2C59C696A859}"/>
              </a:ext>
            </a:extLst>
          </p:cNvPr>
          <p:cNvSpPr>
            <a:spLocks noGrp="1"/>
          </p:cNvSpPr>
          <p:nvPr>
            <p:ph type="body" sz="quarter" idx="10"/>
          </p:nvPr>
        </p:nvSpPr>
        <p:spPr>
          <a:xfrm>
            <a:off x="251520" y="915566"/>
            <a:ext cx="8892480" cy="3312368"/>
          </a:xfrm>
        </p:spPr>
        <p:txBody>
          <a:bodyPr>
            <a:normAutofit/>
          </a:bodyPr>
          <a:lstStyle/>
          <a:p>
            <a:pPr marL="217884" indent="0">
              <a:buNone/>
            </a:pPr>
            <a:endParaRPr lang="en-GB" dirty="0"/>
          </a:p>
          <a:p>
            <a:pPr marL="217884" indent="0">
              <a:buNone/>
            </a:pPr>
            <a:r>
              <a:rPr lang="en-GB" sz="1900" dirty="0"/>
              <a:t>Approach to technological functionality:</a:t>
            </a:r>
          </a:p>
          <a:p>
            <a:pPr marL="217884" indent="0">
              <a:buNone/>
            </a:pPr>
            <a:r>
              <a:rPr lang="en-GB" sz="1900" dirty="0" err="1"/>
              <a:t>Floridi</a:t>
            </a:r>
            <a:r>
              <a:rPr lang="en-GB" sz="1900" dirty="0"/>
              <a:t> describes AI as “the ability of a digital computer or computerized robot to perform tasks commonly associated with intelligent beings” (</a:t>
            </a:r>
            <a:r>
              <a:rPr lang="en-GB" sz="1900" dirty="0" err="1"/>
              <a:t>Floridi</a:t>
            </a:r>
            <a:r>
              <a:rPr lang="en-GB" sz="1900" dirty="0"/>
              <a:t>, 2023). </a:t>
            </a:r>
          </a:p>
          <a:p>
            <a:pPr marL="217884" indent="0">
              <a:buNone/>
            </a:pPr>
            <a:r>
              <a:rPr lang="en-GB" sz="1900" dirty="0"/>
              <a:t>Broad application and impact:</a:t>
            </a:r>
          </a:p>
          <a:p>
            <a:pPr marL="217884" indent="0">
              <a:buNone/>
            </a:pPr>
            <a:r>
              <a:rPr lang="en-GB" sz="1900" dirty="0"/>
              <a:t>Gutierrez and colleagues describes AI as the development of intelligent systems capable of performing tasks that normally require human intelligence, such as learning, reasoning, problem solving, perception, and language comprehension. This definition captures the broad application of AI in various domains (Gutierrez et al., 2023).</a:t>
            </a:r>
          </a:p>
        </p:txBody>
      </p:sp>
    </p:spTree>
    <p:extLst>
      <p:ext uri="{BB962C8B-B14F-4D97-AF65-F5344CB8AC3E}">
        <p14:creationId xmlns:p14="http://schemas.microsoft.com/office/powerpoint/2010/main" val="17224369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B54A1-3040-2248-9CC7-B25A55229170}"/>
              </a:ext>
            </a:extLst>
          </p:cNvPr>
          <p:cNvSpPr>
            <a:spLocks noGrp="1"/>
          </p:cNvSpPr>
          <p:nvPr>
            <p:ph type="title"/>
          </p:nvPr>
        </p:nvSpPr>
        <p:spPr/>
        <p:txBody>
          <a:bodyPr/>
          <a:lstStyle/>
          <a:p>
            <a:r>
              <a:rPr lang="en-DE" dirty="0"/>
              <a:t>Definition</a:t>
            </a:r>
          </a:p>
        </p:txBody>
      </p:sp>
      <p:sp>
        <p:nvSpPr>
          <p:cNvPr id="3" name="Text Placeholder 2">
            <a:extLst>
              <a:ext uri="{FF2B5EF4-FFF2-40B4-BE49-F238E27FC236}">
                <a16:creationId xmlns:a16="http://schemas.microsoft.com/office/drawing/2014/main" id="{70DED67A-8F6C-7D80-D3FF-2C59C696A859}"/>
              </a:ext>
            </a:extLst>
          </p:cNvPr>
          <p:cNvSpPr>
            <a:spLocks noGrp="1"/>
          </p:cNvSpPr>
          <p:nvPr>
            <p:ph type="body" sz="quarter" idx="10"/>
          </p:nvPr>
        </p:nvSpPr>
        <p:spPr/>
        <p:txBody>
          <a:bodyPr>
            <a:normAutofit fontScale="92500" lnSpcReduction="10000"/>
          </a:bodyPr>
          <a:lstStyle/>
          <a:p>
            <a:pPr marL="217884" indent="0">
              <a:buNone/>
            </a:pPr>
            <a:r>
              <a:rPr lang="en-GB" dirty="0"/>
              <a:t>#UNESCO - UNEVOC</a:t>
            </a:r>
          </a:p>
          <a:p>
            <a:pPr marL="217884" indent="0">
              <a:buNone/>
            </a:pPr>
            <a:r>
              <a:rPr lang="en-GB" dirty="0"/>
              <a:t>KI </a:t>
            </a:r>
            <a:r>
              <a:rPr lang="en-GB" dirty="0" err="1"/>
              <a:t>bezieht</a:t>
            </a:r>
            <a:r>
              <a:rPr lang="en-GB" dirty="0"/>
              <a:t> </a:t>
            </a:r>
            <a:r>
              <a:rPr lang="en-GB" dirty="0" err="1"/>
              <a:t>sich</a:t>
            </a:r>
            <a:r>
              <a:rPr lang="en-GB" dirty="0"/>
              <a:t> auf </a:t>
            </a:r>
            <a:r>
              <a:rPr lang="en-GB" dirty="0" err="1"/>
              <a:t>eine</a:t>
            </a:r>
            <a:r>
              <a:rPr lang="en-GB" dirty="0"/>
              <a:t> </a:t>
            </a:r>
            <a:r>
              <a:rPr lang="en-GB" dirty="0" err="1"/>
              <a:t>Vielzahl</a:t>
            </a:r>
            <a:r>
              <a:rPr lang="en-GB" dirty="0"/>
              <a:t> von </a:t>
            </a:r>
            <a:r>
              <a:rPr lang="en-GB" dirty="0" err="1"/>
              <a:t>Techniken</a:t>
            </a:r>
            <a:r>
              <a:rPr lang="en-GB" dirty="0"/>
              <a:t>, die </a:t>
            </a:r>
            <a:r>
              <a:rPr lang="en-GB" dirty="0" err="1"/>
              <a:t>sich</a:t>
            </a:r>
            <a:r>
              <a:rPr lang="en-GB" dirty="0"/>
              <a:t> in </a:t>
            </a:r>
            <a:r>
              <a:rPr lang="en-GB" dirty="0" err="1"/>
              <a:t>ihrer</a:t>
            </a:r>
            <a:r>
              <a:rPr lang="en-GB" dirty="0"/>
              <a:t> </a:t>
            </a:r>
            <a:r>
              <a:rPr lang="en-GB" dirty="0" err="1"/>
              <a:t>Komplexität</a:t>
            </a:r>
            <a:r>
              <a:rPr lang="en-GB" dirty="0"/>
              <a:t> </a:t>
            </a:r>
            <a:r>
              <a:rPr lang="en-GB" dirty="0" err="1"/>
              <a:t>unterscheiden</a:t>
            </a:r>
            <a:r>
              <a:rPr lang="en-GB" dirty="0"/>
              <a:t> und </a:t>
            </a:r>
            <a:r>
              <a:rPr lang="en-GB" dirty="0" err="1"/>
              <a:t>ein</a:t>
            </a:r>
            <a:r>
              <a:rPr lang="en-GB" dirty="0"/>
              <a:t> </a:t>
            </a:r>
            <a:r>
              <a:rPr lang="en-GB" dirty="0" err="1"/>
              <a:t>gemeinsames</a:t>
            </a:r>
            <a:r>
              <a:rPr lang="en-GB" dirty="0"/>
              <a:t> </a:t>
            </a:r>
            <a:r>
              <a:rPr lang="en-GB" dirty="0" err="1"/>
              <a:t>Ergebnis</a:t>
            </a:r>
            <a:r>
              <a:rPr lang="en-GB" dirty="0"/>
              <a:t> </a:t>
            </a:r>
            <a:r>
              <a:rPr lang="en-GB" dirty="0" err="1"/>
              <a:t>haben</a:t>
            </a:r>
            <a:r>
              <a:rPr lang="en-GB" dirty="0"/>
              <a:t>: die </a:t>
            </a:r>
            <a:r>
              <a:rPr lang="en-GB" dirty="0" err="1"/>
              <a:t>Nachahmung</a:t>
            </a:r>
            <a:r>
              <a:rPr lang="en-GB" dirty="0"/>
              <a:t> der </a:t>
            </a:r>
            <a:r>
              <a:rPr lang="en-GB" dirty="0" err="1"/>
              <a:t>menschlichen</a:t>
            </a:r>
            <a:r>
              <a:rPr lang="en-GB" dirty="0"/>
              <a:t> </a:t>
            </a:r>
            <a:r>
              <a:rPr lang="en-GB" dirty="0" err="1"/>
              <a:t>Wahrnehmung</a:t>
            </a:r>
            <a:r>
              <a:rPr lang="en-GB" dirty="0"/>
              <a:t> </a:t>
            </a:r>
            <a:r>
              <a:rPr lang="en-GB" dirty="0" err="1"/>
              <a:t>oder</a:t>
            </a:r>
            <a:r>
              <a:rPr lang="en-GB" dirty="0"/>
              <a:t> </a:t>
            </a:r>
            <a:r>
              <a:rPr lang="en-GB" dirty="0" err="1"/>
              <a:t>Entscheidungsfindung</a:t>
            </a:r>
            <a:r>
              <a:rPr lang="en-GB" dirty="0"/>
              <a:t>.</a:t>
            </a:r>
          </a:p>
          <a:p>
            <a:pPr marL="217884" indent="0">
              <a:buNone/>
            </a:pPr>
            <a:r>
              <a:rPr lang="en-GB" dirty="0"/>
              <a:t>„Alle </a:t>
            </a:r>
            <a:r>
              <a:rPr lang="en-GB" dirty="0" err="1"/>
              <a:t>Berufsbildungseinrichtungen</a:t>
            </a:r>
            <a:r>
              <a:rPr lang="en-GB" dirty="0"/>
              <a:t> </a:t>
            </a:r>
            <a:r>
              <a:rPr lang="en-GB" dirty="0" err="1"/>
              <a:t>sollten</a:t>
            </a:r>
            <a:r>
              <a:rPr lang="en-GB" dirty="0"/>
              <a:t> </a:t>
            </a:r>
            <a:r>
              <a:rPr lang="en-GB" dirty="0" err="1"/>
              <a:t>ein</a:t>
            </a:r>
            <a:r>
              <a:rPr lang="en-GB" dirty="0"/>
              <a:t> </a:t>
            </a:r>
            <a:r>
              <a:rPr lang="en-GB" dirty="0" err="1"/>
              <a:t>Verständnis</a:t>
            </a:r>
            <a:r>
              <a:rPr lang="en-GB" dirty="0"/>
              <a:t> für die </a:t>
            </a:r>
            <a:r>
              <a:rPr lang="en-GB" dirty="0" err="1"/>
              <a:t>aktuelle</a:t>
            </a:r>
            <a:r>
              <a:rPr lang="en-GB" dirty="0"/>
              <a:t> und </a:t>
            </a:r>
            <a:r>
              <a:rPr lang="en-GB" dirty="0" err="1"/>
              <a:t>künftige</a:t>
            </a:r>
            <a:r>
              <a:rPr lang="en-GB" dirty="0"/>
              <a:t> </a:t>
            </a:r>
            <a:r>
              <a:rPr lang="en-GB" dirty="0" err="1"/>
              <a:t>Bedeutung</a:t>
            </a:r>
            <a:r>
              <a:rPr lang="en-GB" dirty="0"/>
              <a:t> der KI </a:t>
            </a:r>
            <a:r>
              <a:rPr lang="en-GB" dirty="0" err="1"/>
              <a:t>entwickeln</a:t>
            </a:r>
            <a:r>
              <a:rPr lang="en-GB" dirty="0"/>
              <a:t> und </a:t>
            </a:r>
            <a:r>
              <a:rPr lang="en-GB" dirty="0" err="1"/>
              <a:t>damit</a:t>
            </a:r>
            <a:r>
              <a:rPr lang="en-GB" dirty="0"/>
              <a:t> </a:t>
            </a:r>
            <a:r>
              <a:rPr lang="en-GB" dirty="0" err="1"/>
              <a:t>beginnen</a:t>
            </a:r>
            <a:r>
              <a:rPr lang="en-GB" dirty="0"/>
              <a:t>, </a:t>
            </a:r>
            <a:r>
              <a:rPr lang="en-GB" dirty="0" err="1"/>
              <a:t>ihre</a:t>
            </a:r>
            <a:r>
              <a:rPr lang="en-GB" dirty="0"/>
              <a:t> </a:t>
            </a:r>
            <a:r>
              <a:rPr lang="en-GB" dirty="0" err="1"/>
              <a:t>Nutzung</a:t>
            </a:r>
            <a:r>
              <a:rPr lang="en-GB" dirty="0"/>
              <a:t> in </a:t>
            </a:r>
            <a:r>
              <a:rPr lang="en-GB" dirty="0" err="1"/>
              <a:t>ihre</a:t>
            </a:r>
            <a:r>
              <a:rPr lang="en-GB" dirty="0"/>
              <a:t> </a:t>
            </a:r>
            <a:r>
              <a:rPr lang="en-GB" dirty="0" err="1"/>
              <a:t>Planung</a:t>
            </a:r>
            <a:r>
              <a:rPr lang="en-GB" dirty="0"/>
              <a:t> </a:t>
            </a:r>
            <a:r>
              <a:rPr lang="en-GB" dirty="0" err="1"/>
              <a:t>einzubeziehen</a:t>
            </a:r>
            <a:r>
              <a:rPr lang="en-GB" dirty="0"/>
              <a:t>. </a:t>
            </a:r>
            <a:r>
              <a:rPr lang="en-GB" dirty="0" err="1"/>
              <a:t>Vorausschauendes</a:t>
            </a:r>
            <a:r>
              <a:rPr lang="en-GB" dirty="0"/>
              <a:t> </a:t>
            </a:r>
            <a:r>
              <a:rPr lang="en-GB" dirty="0" err="1"/>
              <a:t>Denken</a:t>
            </a:r>
            <a:r>
              <a:rPr lang="en-GB" dirty="0"/>
              <a:t> und, wo </a:t>
            </a:r>
            <a:r>
              <a:rPr lang="en-GB" dirty="0" err="1"/>
              <a:t>möglich</a:t>
            </a:r>
            <a:r>
              <a:rPr lang="en-GB" dirty="0"/>
              <a:t>, </a:t>
            </a:r>
            <a:r>
              <a:rPr lang="en-GB" dirty="0" err="1"/>
              <a:t>präventives</a:t>
            </a:r>
            <a:r>
              <a:rPr lang="en-GB" dirty="0"/>
              <a:t> </a:t>
            </a:r>
            <a:r>
              <a:rPr lang="en-GB" dirty="0" err="1"/>
              <a:t>Handeln</a:t>
            </a:r>
            <a:r>
              <a:rPr lang="en-GB" dirty="0"/>
              <a:t> </a:t>
            </a:r>
            <a:r>
              <a:rPr lang="en-GB" dirty="0" err="1"/>
              <a:t>werden</a:t>
            </a:r>
            <a:r>
              <a:rPr lang="en-GB" dirty="0"/>
              <a:t> die </a:t>
            </a:r>
            <a:r>
              <a:rPr lang="en-GB" dirty="0" err="1"/>
              <a:t>Berufsbildungseinrichtungen</a:t>
            </a:r>
            <a:r>
              <a:rPr lang="en-GB" dirty="0"/>
              <a:t> und </a:t>
            </a:r>
            <a:r>
              <a:rPr lang="en-GB" dirty="0" err="1"/>
              <a:t>ihre</a:t>
            </a:r>
            <a:r>
              <a:rPr lang="en-GB" dirty="0"/>
              <a:t> </a:t>
            </a:r>
            <a:r>
              <a:rPr lang="en-GB" dirty="0" err="1"/>
              <a:t>Absolventen</a:t>
            </a:r>
            <a:r>
              <a:rPr lang="en-GB" dirty="0"/>
              <a:t> in die Lage </a:t>
            </a:r>
            <a:r>
              <a:rPr lang="en-GB" dirty="0" err="1"/>
              <a:t>versetzen</a:t>
            </a:r>
            <a:r>
              <a:rPr lang="en-GB" dirty="0"/>
              <a:t>, </a:t>
            </a:r>
            <a:r>
              <a:rPr lang="en-GB" dirty="0" err="1"/>
              <a:t>im</a:t>
            </a:r>
            <a:r>
              <a:rPr lang="en-GB" dirty="0"/>
              <a:t> </a:t>
            </a:r>
            <a:r>
              <a:rPr lang="en-GB" dirty="0" err="1"/>
              <a:t>Zeitalter</a:t>
            </a:r>
            <a:r>
              <a:rPr lang="en-GB" dirty="0"/>
              <a:t> der KI </a:t>
            </a:r>
            <a:r>
              <a:rPr lang="en-GB" dirty="0" err="1"/>
              <a:t>zu</a:t>
            </a:r>
            <a:r>
              <a:rPr lang="en-GB" dirty="0"/>
              <a:t> </a:t>
            </a:r>
            <a:r>
              <a:rPr lang="en-GB" dirty="0" err="1"/>
              <a:t>gedeihen</a:t>
            </a:r>
            <a:r>
              <a:rPr lang="en-GB" dirty="0"/>
              <a:t> und </a:t>
            </a:r>
            <a:r>
              <a:rPr lang="en-GB" dirty="0" err="1"/>
              <a:t>einen</a:t>
            </a:r>
            <a:r>
              <a:rPr lang="en-GB" dirty="0"/>
              <a:t> </a:t>
            </a:r>
            <a:r>
              <a:rPr lang="en-GB" dirty="0" err="1"/>
              <a:t>positiven</a:t>
            </a:r>
            <a:r>
              <a:rPr lang="en-GB" dirty="0"/>
              <a:t> </a:t>
            </a:r>
            <a:r>
              <a:rPr lang="en-GB" dirty="0" err="1"/>
              <a:t>Beitrag</a:t>
            </a:r>
            <a:r>
              <a:rPr lang="en-GB" dirty="0"/>
              <a:t> </a:t>
            </a:r>
            <a:r>
              <a:rPr lang="en-GB" dirty="0" err="1"/>
              <a:t>zur</a:t>
            </a:r>
            <a:r>
              <a:rPr lang="en-GB" dirty="0"/>
              <a:t> </a:t>
            </a:r>
            <a:r>
              <a:rPr lang="en-GB" dirty="0" err="1"/>
              <a:t>wirtschaftlichen</a:t>
            </a:r>
            <a:r>
              <a:rPr lang="en-GB" dirty="0"/>
              <a:t>, </a:t>
            </a:r>
            <a:r>
              <a:rPr lang="en-GB" dirty="0" err="1"/>
              <a:t>sozialen</a:t>
            </a:r>
            <a:r>
              <a:rPr lang="en-GB" dirty="0"/>
              <a:t> und </a:t>
            </a:r>
            <a:r>
              <a:rPr lang="en-GB" dirty="0" err="1"/>
              <a:t>individuellen</a:t>
            </a:r>
            <a:r>
              <a:rPr lang="en-GB" dirty="0"/>
              <a:t> </a:t>
            </a:r>
            <a:r>
              <a:rPr lang="en-GB" dirty="0" err="1"/>
              <a:t>Entwicklung</a:t>
            </a:r>
            <a:r>
              <a:rPr lang="en-GB" dirty="0"/>
              <a:t> </a:t>
            </a:r>
            <a:r>
              <a:rPr lang="en-GB" dirty="0" err="1"/>
              <a:t>zu</a:t>
            </a:r>
            <a:r>
              <a:rPr lang="en-GB" dirty="0"/>
              <a:t> </a:t>
            </a:r>
            <a:r>
              <a:rPr lang="en-GB" dirty="0" err="1"/>
              <a:t>leisten</a:t>
            </a:r>
            <a:r>
              <a:rPr lang="en-GB" dirty="0"/>
              <a:t>.“ (UNESCO-UNEVOC 2021) </a:t>
            </a:r>
          </a:p>
          <a:p>
            <a:pPr marL="217884" indent="0">
              <a:buNone/>
            </a:pPr>
            <a:r>
              <a:rPr lang="en-GB" dirty="0"/>
              <a:t># Allgemeine </a:t>
            </a:r>
            <a:r>
              <a:rPr lang="en-GB" dirty="0" err="1"/>
              <a:t>Begriffsbestimmung</a:t>
            </a:r>
            <a:endParaRPr lang="en-GB" dirty="0"/>
          </a:p>
          <a:p>
            <a:pPr marL="217884" indent="0">
              <a:buNone/>
            </a:pPr>
            <a:r>
              <a:rPr lang="en-GB" dirty="0" err="1"/>
              <a:t>Künstliche</a:t>
            </a:r>
            <a:r>
              <a:rPr lang="en-GB" dirty="0"/>
              <a:t> </a:t>
            </a:r>
            <a:r>
              <a:rPr lang="en-GB" dirty="0" err="1"/>
              <a:t>Intelligenz</a:t>
            </a:r>
            <a:r>
              <a:rPr lang="en-GB" dirty="0"/>
              <a:t> </a:t>
            </a:r>
            <a:r>
              <a:rPr lang="en-GB" dirty="0" err="1"/>
              <a:t>bezieht</a:t>
            </a:r>
            <a:r>
              <a:rPr lang="en-GB" dirty="0"/>
              <a:t> </a:t>
            </a:r>
            <a:r>
              <a:rPr lang="en-GB" dirty="0" err="1"/>
              <a:t>sich</a:t>
            </a:r>
            <a:r>
              <a:rPr lang="en-GB" dirty="0"/>
              <a:t> auf die </a:t>
            </a:r>
            <a:r>
              <a:rPr lang="en-GB" dirty="0" err="1"/>
              <a:t>Fähigkeit</a:t>
            </a:r>
            <a:r>
              <a:rPr lang="en-GB" dirty="0"/>
              <a:t> </a:t>
            </a:r>
            <a:r>
              <a:rPr lang="en-GB" dirty="0" err="1"/>
              <a:t>einer</a:t>
            </a:r>
            <a:r>
              <a:rPr lang="en-GB" dirty="0"/>
              <a:t> </a:t>
            </a:r>
            <a:r>
              <a:rPr lang="en-GB" dirty="0" err="1"/>
              <a:t>Maschine</a:t>
            </a:r>
            <a:r>
              <a:rPr lang="en-GB" dirty="0"/>
              <a:t>, </a:t>
            </a:r>
            <a:r>
              <a:rPr lang="en-GB" dirty="0" err="1"/>
              <a:t>Informationen</a:t>
            </a:r>
            <a:r>
              <a:rPr lang="en-GB" dirty="0"/>
              <a:t> </a:t>
            </a:r>
            <a:r>
              <a:rPr lang="en-GB" dirty="0" err="1"/>
              <a:t>zu</a:t>
            </a:r>
            <a:r>
              <a:rPr lang="en-GB" dirty="0"/>
              <a:t> </a:t>
            </a:r>
            <a:r>
              <a:rPr lang="en-GB" dirty="0" err="1"/>
              <a:t>verarbeiten</a:t>
            </a:r>
            <a:r>
              <a:rPr lang="en-GB" dirty="0"/>
              <a:t>, </a:t>
            </a:r>
            <a:r>
              <a:rPr lang="en-GB" dirty="0" err="1"/>
              <a:t>zu</a:t>
            </a:r>
            <a:r>
              <a:rPr lang="en-GB" dirty="0"/>
              <a:t> </a:t>
            </a:r>
            <a:r>
              <a:rPr lang="en-GB" dirty="0" err="1"/>
              <a:t>synthetisieren</a:t>
            </a:r>
            <a:r>
              <a:rPr lang="en-GB" dirty="0"/>
              <a:t> und </a:t>
            </a:r>
            <a:r>
              <a:rPr lang="en-GB" dirty="0" err="1"/>
              <a:t>zu</a:t>
            </a:r>
            <a:r>
              <a:rPr lang="en-GB" dirty="0"/>
              <a:t> </a:t>
            </a:r>
            <a:r>
              <a:rPr lang="en-GB" dirty="0" err="1"/>
              <a:t>deduzieren</a:t>
            </a:r>
            <a:r>
              <a:rPr lang="en-GB" dirty="0"/>
              <a:t>, um </a:t>
            </a:r>
            <a:r>
              <a:rPr lang="en-GB" dirty="0" err="1"/>
              <a:t>anschließend</a:t>
            </a:r>
            <a:r>
              <a:rPr lang="en-GB" dirty="0"/>
              <a:t> </a:t>
            </a:r>
            <a:r>
              <a:rPr lang="en-GB" dirty="0" err="1"/>
              <a:t>kognitive</a:t>
            </a:r>
            <a:r>
              <a:rPr lang="en-GB" dirty="0"/>
              <a:t> </a:t>
            </a:r>
            <a:r>
              <a:rPr lang="en-GB" dirty="0" err="1"/>
              <a:t>Aufgaben</a:t>
            </a:r>
            <a:r>
              <a:rPr lang="en-GB" dirty="0"/>
              <a:t> </a:t>
            </a:r>
            <a:r>
              <a:rPr lang="en-GB" dirty="0" err="1"/>
              <a:t>auszuführen</a:t>
            </a:r>
            <a:r>
              <a:rPr lang="en-GB" dirty="0"/>
              <a:t>, die </a:t>
            </a:r>
            <a:r>
              <a:rPr lang="en-GB" dirty="0" err="1"/>
              <a:t>typischerweise</a:t>
            </a:r>
            <a:r>
              <a:rPr lang="en-GB" dirty="0"/>
              <a:t> </a:t>
            </a:r>
            <a:r>
              <a:rPr lang="en-GB" dirty="0" err="1"/>
              <a:t>mit</a:t>
            </a:r>
            <a:r>
              <a:rPr lang="en-GB" dirty="0"/>
              <a:t> </a:t>
            </a:r>
            <a:r>
              <a:rPr lang="en-GB" dirty="0" err="1"/>
              <a:t>menschlichem</a:t>
            </a:r>
            <a:r>
              <a:rPr lang="en-GB" dirty="0"/>
              <a:t> </a:t>
            </a:r>
            <a:r>
              <a:rPr lang="en-GB" dirty="0" err="1"/>
              <a:t>Intellekt</a:t>
            </a:r>
            <a:r>
              <a:rPr lang="en-GB" dirty="0"/>
              <a:t> </a:t>
            </a:r>
            <a:r>
              <a:rPr lang="en-GB" dirty="0" err="1"/>
              <a:t>verbunden</a:t>
            </a:r>
            <a:r>
              <a:rPr lang="en-GB" dirty="0"/>
              <a:t> </a:t>
            </a:r>
            <a:r>
              <a:rPr lang="en-GB" dirty="0" err="1"/>
              <a:t>sind</a:t>
            </a:r>
            <a:r>
              <a:rPr lang="en-GB" dirty="0"/>
              <a:t>. (KI-</a:t>
            </a:r>
            <a:r>
              <a:rPr lang="en-GB" dirty="0" err="1"/>
              <a:t>Beschleuniger</a:t>
            </a:r>
            <a:r>
              <a:rPr lang="en-GB" dirty="0"/>
              <a:t> </a:t>
            </a:r>
            <a:r>
              <a:rPr lang="en-GB" dirty="0" err="1"/>
              <a:t>Insitiute</a:t>
            </a:r>
            <a:r>
              <a:rPr lang="en-GB" dirty="0"/>
              <a:t> 2023)</a:t>
            </a:r>
          </a:p>
        </p:txBody>
      </p:sp>
      <p:sp>
        <p:nvSpPr>
          <p:cNvPr id="4" name="Text Placeholder 3">
            <a:extLst>
              <a:ext uri="{FF2B5EF4-FFF2-40B4-BE49-F238E27FC236}">
                <a16:creationId xmlns:a16="http://schemas.microsoft.com/office/drawing/2014/main" id="{01867F22-15A4-3514-B08B-714C5716528E}"/>
              </a:ext>
            </a:extLst>
          </p:cNvPr>
          <p:cNvSpPr>
            <a:spLocks noGrp="1"/>
          </p:cNvSpPr>
          <p:nvPr>
            <p:ph type="body" sz="half" idx="2"/>
          </p:nvPr>
        </p:nvSpPr>
        <p:spPr/>
        <p:txBody>
          <a:bodyPr>
            <a:normAutofit fontScale="92500" lnSpcReduction="10000"/>
          </a:bodyPr>
          <a:lstStyle/>
          <a:p>
            <a:endParaRPr lang="en-DE"/>
          </a:p>
        </p:txBody>
      </p:sp>
    </p:spTree>
    <p:extLst>
      <p:ext uri="{BB962C8B-B14F-4D97-AF65-F5344CB8AC3E}">
        <p14:creationId xmlns:p14="http://schemas.microsoft.com/office/powerpoint/2010/main" val="29542316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B0388-4AFA-3A01-D7DD-075CBE1516D3}"/>
              </a:ext>
            </a:extLst>
          </p:cNvPr>
          <p:cNvSpPr>
            <a:spLocks noGrp="1"/>
          </p:cNvSpPr>
          <p:nvPr>
            <p:ph type="title"/>
          </p:nvPr>
        </p:nvSpPr>
        <p:spPr/>
        <p:txBody>
          <a:bodyPr/>
          <a:lstStyle/>
          <a:p>
            <a:r>
              <a:rPr lang="en-DE" dirty="0"/>
              <a:t>Forms and Structures of AI</a:t>
            </a:r>
          </a:p>
        </p:txBody>
      </p:sp>
      <p:sp>
        <p:nvSpPr>
          <p:cNvPr id="3" name="Text Placeholder 2">
            <a:extLst>
              <a:ext uri="{FF2B5EF4-FFF2-40B4-BE49-F238E27FC236}">
                <a16:creationId xmlns:a16="http://schemas.microsoft.com/office/drawing/2014/main" id="{3C9E3BDC-D251-2B35-9FBF-351F719C709D}"/>
              </a:ext>
            </a:extLst>
          </p:cNvPr>
          <p:cNvSpPr>
            <a:spLocks noGrp="1"/>
          </p:cNvSpPr>
          <p:nvPr>
            <p:ph type="body" sz="quarter" idx="10"/>
          </p:nvPr>
        </p:nvSpPr>
        <p:spPr/>
        <p:txBody>
          <a:bodyPr>
            <a:normAutofit/>
          </a:bodyPr>
          <a:lstStyle/>
          <a:p>
            <a:pPr marL="217884" indent="0">
              <a:buNone/>
            </a:pPr>
            <a:r>
              <a:rPr lang="en-GB" dirty="0"/>
              <a:t>#Learning </a:t>
            </a:r>
          </a:p>
          <a:p>
            <a:pPr marL="217884" indent="0">
              <a:buNone/>
            </a:pPr>
            <a:r>
              <a:rPr lang="en-GB" dirty="0"/>
              <a:t>	AI systems improve autonomously through data assimilation and pattern recognition without the need for direct human programming.</a:t>
            </a:r>
          </a:p>
          <a:p>
            <a:pPr marL="217884" indent="0">
              <a:buNone/>
            </a:pPr>
            <a:r>
              <a:rPr lang="en-GB" dirty="0"/>
              <a:t>#Reasoning and decision making </a:t>
            </a:r>
          </a:p>
          <a:p>
            <a:pPr marL="217884" indent="0">
              <a:buNone/>
            </a:pPr>
            <a:r>
              <a:rPr lang="en-GB" dirty="0"/>
              <a:t>	AI uses logical rules and models to draw conclusions and make data-based decisions.</a:t>
            </a:r>
          </a:p>
          <a:p>
            <a:pPr marL="217884" indent="0">
              <a:buNone/>
            </a:pPr>
            <a:r>
              <a:rPr lang="en-GB" dirty="0"/>
              <a:t>#Problem solving </a:t>
            </a:r>
          </a:p>
          <a:p>
            <a:pPr marL="217884" indent="0">
              <a:buNone/>
            </a:pPr>
            <a:r>
              <a:rPr lang="en-GB" dirty="0"/>
              <a:t>	Problem solving in AI is about processing and applying data to solve specific problems.</a:t>
            </a:r>
          </a:p>
          <a:p>
            <a:pPr marL="217884" indent="0">
              <a:buNone/>
            </a:pPr>
            <a:r>
              <a:rPr lang="en-GB" dirty="0"/>
              <a:t>#Perception </a:t>
            </a:r>
          </a:p>
          <a:p>
            <a:pPr marL="217884" indent="0">
              <a:buNone/>
            </a:pPr>
            <a:r>
              <a:rPr lang="en-GB" dirty="0"/>
              <a:t>	AI systems use sensory data to identify and </a:t>
            </a:r>
            <a:r>
              <a:rPr lang="en-GB" dirty="0" err="1"/>
              <a:t>analyze</a:t>
            </a:r>
            <a:r>
              <a:rPr lang="en-GB" dirty="0"/>
              <a:t> objects and their physical relationships.</a:t>
            </a:r>
          </a:p>
        </p:txBody>
      </p:sp>
      <p:sp>
        <p:nvSpPr>
          <p:cNvPr id="4" name="Text Placeholder 3">
            <a:extLst>
              <a:ext uri="{FF2B5EF4-FFF2-40B4-BE49-F238E27FC236}">
                <a16:creationId xmlns:a16="http://schemas.microsoft.com/office/drawing/2014/main" id="{8CA63881-C7D9-1589-CBAC-5DDF0DB633CB}"/>
              </a:ext>
            </a:extLst>
          </p:cNvPr>
          <p:cNvSpPr>
            <a:spLocks noGrp="1"/>
          </p:cNvSpPr>
          <p:nvPr>
            <p:ph type="body" sz="half" idx="2"/>
          </p:nvPr>
        </p:nvSpPr>
        <p:spPr>
          <a:xfrm>
            <a:off x="6948264" y="4047870"/>
            <a:ext cx="3932237" cy="226318"/>
          </a:xfrm>
        </p:spPr>
        <p:txBody>
          <a:bodyPr>
            <a:normAutofit fontScale="92500" lnSpcReduction="10000"/>
          </a:bodyPr>
          <a:lstStyle/>
          <a:p>
            <a:pPr marL="0" indent="0" algn="l" defTabSz="685800" rtl="0" eaLnBrk="1" latinLnBrk="0" hangingPunct="1">
              <a:lnSpc>
                <a:spcPct val="90000"/>
              </a:lnSpc>
              <a:spcBef>
                <a:spcPts val="750"/>
              </a:spcBef>
              <a:buFont typeface="Arial" panose="020B0604020202020204" pitchFamily="34" charset="0"/>
              <a:buNone/>
            </a:pPr>
            <a:r>
              <a:rPr lang="en-GB" dirty="0"/>
              <a:t>(AI Accelerator </a:t>
            </a:r>
            <a:r>
              <a:rPr lang="en-GB" dirty="0" err="1"/>
              <a:t>Insitiute</a:t>
            </a:r>
            <a:r>
              <a:rPr lang="en-GB" dirty="0"/>
              <a:t> 2023)</a:t>
            </a:r>
            <a:endParaRPr lang="en-DE" dirty="0"/>
          </a:p>
        </p:txBody>
      </p:sp>
    </p:spTree>
    <p:extLst>
      <p:ext uri="{BB962C8B-B14F-4D97-AF65-F5344CB8AC3E}">
        <p14:creationId xmlns:p14="http://schemas.microsoft.com/office/powerpoint/2010/main" val="10323278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F922F1C-2FA1-A813-C1BA-50AD0CC135E8}"/>
              </a:ext>
            </a:extLst>
          </p:cNvPr>
          <p:cNvSpPr>
            <a:spLocks noGrp="1"/>
          </p:cNvSpPr>
          <p:nvPr>
            <p:ph type="title"/>
          </p:nvPr>
        </p:nvSpPr>
        <p:spPr/>
        <p:txBody>
          <a:bodyPr/>
          <a:lstStyle/>
          <a:p>
            <a:r>
              <a:rPr lang="de-DE" dirty="0"/>
              <a:t>9 Classes </a:t>
            </a:r>
            <a:r>
              <a:rPr lang="de-DE" dirty="0" err="1"/>
              <a:t>of</a:t>
            </a:r>
            <a:r>
              <a:rPr lang="de-DE" dirty="0"/>
              <a:t> AI</a:t>
            </a:r>
          </a:p>
        </p:txBody>
      </p:sp>
      <p:sp>
        <p:nvSpPr>
          <p:cNvPr id="3" name="Textplatzhalter 2">
            <a:extLst>
              <a:ext uri="{FF2B5EF4-FFF2-40B4-BE49-F238E27FC236}">
                <a16:creationId xmlns:a16="http://schemas.microsoft.com/office/drawing/2014/main" id="{A0D1FC2B-F801-D968-5160-0846E6409ABC}"/>
              </a:ext>
            </a:extLst>
          </p:cNvPr>
          <p:cNvSpPr>
            <a:spLocks noGrp="1"/>
          </p:cNvSpPr>
          <p:nvPr>
            <p:ph type="body" sz="quarter" idx="10"/>
          </p:nvPr>
        </p:nvSpPr>
        <p:spPr>
          <a:xfrm>
            <a:off x="606424" y="987574"/>
            <a:ext cx="4973687" cy="3024336"/>
          </a:xfrm>
        </p:spPr>
        <p:txBody>
          <a:bodyPr>
            <a:normAutofit/>
          </a:bodyPr>
          <a:lstStyle/>
          <a:p>
            <a:pPr algn="l">
              <a:buFont typeface="Arial" panose="020B0604020202020204" pitchFamily="34" charset="0"/>
              <a:buChar char="•"/>
            </a:pPr>
            <a:r>
              <a:rPr lang="en-GB" b="0" i="0" u="none" strike="noStrike" dirty="0">
                <a:effectLst/>
                <a:latin typeface="Google Sans"/>
              </a:rPr>
              <a:t>Computer vision.</a:t>
            </a:r>
          </a:p>
          <a:p>
            <a:pPr algn="l">
              <a:buFont typeface="Arial" panose="020B0604020202020204" pitchFamily="34" charset="0"/>
              <a:buChar char="•"/>
            </a:pPr>
            <a:r>
              <a:rPr lang="en-GB" b="0" i="0" u="none" strike="noStrike" dirty="0">
                <a:effectLst/>
                <a:latin typeface="Google Sans"/>
              </a:rPr>
              <a:t>Fuzzy logic.</a:t>
            </a:r>
          </a:p>
          <a:p>
            <a:pPr algn="l">
              <a:buFont typeface="Arial" panose="020B0604020202020204" pitchFamily="34" charset="0"/>
              <a:buChar char="•"/>
            </a:pPr>
            <a:r>
              <a:rPr lang="en-GB" b="0" i="0" u="none" strike="noStrike" dirty="0">
                <a:effectLst/>
                <a:latin typeface="Google Sans"/>
              </a:rPr>
              <a:t>Expert systems.</a:t>
            </a:r>
          </a:p>
          <a:p>
            <a:pPr algn="l">
              <a:buFont typeface="Arial" panose="020B0604020202020204" pitchFamily="34" charset="0"/>
              <a:buChar char="•"/>
            </a:pPr>
            <a:r>
              <a:rPr lang="en-GB" b="0" i="0" u="none" strike="noStrike" dirty="0">
                <a:effectLst/>
                <a:latin typeface="Google Sans"/>
              </a:rPr>
              <a:t>Robotics.</a:t>
            </a:r>
          </a:p>
          <a:p>
            <a:pPr algn="l">
              <a:buFont typeface="Arial" panose="020B0604020202020204" pitchFamily="34" charset="0"/>
              <a:buChar char="•"/>
            </a:pPr>
            <a:r>
              <a:rPr lang="en-GB" b="0" i="0" u="none" strike="noStrike" dirty="0">
                <a:effectLst/>
                <a:latin typeface="Google Sans"/>
              </a:rPr>
              <a:t>Machine learning.</a:t>
            </a:r>
          </a:p>
          <a:p>
            <a:pPr algn="l">
              <a:buFont typeface="Arial" panose="020B0604020202020204" pitchFamily="34" charset="0"/>
              <a:buChar char="•"/>
            </a:pPr>
            <a:r>
              <a:rPr lang="en-GB" b="0" i="0" u="none" strike="noStrike" dirty="0">
                <a:effectLst/>
                <a:latin typeface="Google Sans"/>
              </a:rPr>
              <a:t>Neural networks/deep learning.</a:t>
            </a:r>
          </a:p>
          <a:p>
            <a:pPr algn="l">
              <a:buFont typeface="Arial" panose="020B0604020202020204" pitchFamily="34" charset="0"/>
              <a:buChar char="•"/>
            </a:pPr>
            <a:r>
              <a:rPr lang="en-GB" b="0" i="0" u="none" strike="noStrike" dirty="0">
                <a:effectLst/>
                <a:latin typeface="Google Sans"/>
              </a:rPr>
              <a:t>Natural language processing.</a:t>
            </a:r>
          </a:p>
          <a:p>
            <a:endParaRPr lang="de-DE" dirty="0"/>
          </a:p>
        </p:txBody>
      </p:sp>
      <p:sp>
        <p:nvSpPr>
          <p:cNvPr id="7" name="Text Placeholder 6">
            <a:extLst>
              <a:ext uri="{FF2B5EF4-FFF2-40B4-BE49-F238E27FC236}">
                <a16:creationId xmlns:a16="http://schemas.microsoft.com/office/drawing/2014/main" id="{A00501FB-37C5-1661-3088-8B9EC43194F9}"/>
              </a:ext>
            </a:extLst>
          </p:cNvPr>
          <p:cNvSpPr>
            <a:spLocks noGrp="1"/>
          </p:cNvSpPr>
          <p:nvPr>
            <p:ph type="body" sz="half" idx="2"/>
          </p:nvPr>
        </p:nvSpPr>
        <p:spPr>
          <a:xfrm>
            <a:off x="755576" y="4011910"/>
            <a:ext cx="7759773" cy="298326"/>
          </a:xfrm>
        </p:spPr>
        <p:txBody>
          <a:bodyPr>
            <a:normAutofit fontScale="92500"/>
          </a:bodyPr>
          <a:lstStyle/>
          <a:p>
            <a:pPr marL="0" indent="0" algn="l" defTabSz="685800" rtl="0" eaLnBrk="1" latinLnBrk="0" hangingPunct="1">
              <a:lnSpc>
                <a:spcPct val="90000"/>
              </a:lnSpc>
              <a:spcBef>
                <a:spcPts val="750"/>
              </a:spcBef>
              <a:buFont typeface="Arial" panose="020B0604020202020204" pitchFamily="34" charset="0"/>
              <a:buNone/>
            </a:pPr>
            <a:r>
              <a:rPr lang="en-DE" dirty="0"/>
              <a:t>Für Detials siehe: </a:t>
            </a:r>
            <a:r>
              <a:rPr lang="en-GB" dirty="0"/>
              <a:t>https://</a:t>
            </a:r>
            <a:r>
              <a:rPr lang="en-GB" dirty="0" err="1"/>
              <a:t>www.aiacceleratorinstitute.com</a:t>
            </a:r>
            <a:r>
              <a:rPr lang="en-GB" dirty="0"/>
              <a:t>/what-are-the-top-7-branches-of-artificial-intelligence/</a:t>
            </a:r>
            <a:endParaRPr lang="en-DE" dirty="0"/>
          </a:p>
        </p:txBody>
      </p:sp>
    </p:spTree>
    <p:extLst>
      <p:ext uri="{BB962C8B-B14F-4D97-AF65-F5344CB8AC3E}">
        <p14:creationId xmlns:p14="http://schemas.microsoft.com/office/powerpoint/2010/main" val="39602068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F922F1C-2FA1-A813-C1BA-50AD0CC135E8}"/>
              </a:ext>
            </a:extLst>
          </p:cNvPr>
          <p:cNvSpPr>
            <a:spLocks noGrp="1"/>
          </p:cNvSpPr>
          <p:nvPr>
            <p:ph type="title"/>
          </p:nvPr>
        </p:nvSpPr>
        <p:spPr/>
        <p:txBody>
          <a:bodyPr/>
          <a:lstStyle/>
          <a:p>
            <a:r>
              <a:rPr lang="de-DE" dirty="0"/>
              <a:t>Prompt Competence – a Definition</a:t>
            </a:r>
          </a:p>
        </p:txBody>
      </p:sp>
      <p:sp>
        <p:nvSpPr>
          <p:cNvPr id="3" name="Textplatzhalter 2">
            <a:extLst>
              <a:ext uri="{FF2B5EF4-FFF2-40B4-BE49-F238E27FC236}">
                <a16:creationId xmlns:a16="http://schemas.microsoft.com/office/drawing/2014/main" id="{A0D1FC2B-F801-D968-5160-0846E6409ABC}"/>
              </a:ext>
            </a:extLst>
          </p:cNvPr>
          <p:cNvSpPr>
            <a:spLocks noGrp="1"/>
          </p:cNvSpPr>
          <p:nvPr>
            <p:ph type="body" sz="quarter" idx="10"/>
          </p:nvPr>
        </p:nvSpPr>
        <p:spPr>
          <a:xfrm>
            <a:off x="606425" y="987574"/>
            <a:ext cx="4397624" cy="3024336"/>
          </a:xfrm>
        </p:spPr>
        <p:txBody>
          <a:bodyPr>
            <a:normAutofit/>
          </a:bodyPr>
          <a:lstStyle/>
          <a:p>
            <a:pPr marL="217884" indent="0">
              <a:buNone/>
            </a:pPr>
            <a:r>
              <a:rPr lang="de-DE" dirty="0" err="1"/>
              <a:t>Describes</a:t>
            </a:r>
            <a:r>
              <a:rPr lang="de-DE" dirty="0"/>
              <a:t> </a:t>
            </a:r>
            <a:r>
              <a:rPr lang="de-DE" dirty="0" err="1"/>
              <a:t>the</a:t>
            </a:r>
            <a:r>
              <a:rPr lang="de-DE" dirty="0"/>
              <a:t> </a:t>
            </a:r>
            <a:r>
              <a:rPr lang="de-DE" dirty="0" err="1"/>
              <a:t>ability</a:t>
            </a:r>
            <a:r>
              <a:rPr lang="de-DE" dirty="0"/>
              <a:t> </a:t>
            </a:r>
            <a:r>
              <a:rPr lang="de-DE" dirty="0" err="1"/>
              <a:t>to</a:t>
            </a:r>
            <a:r>
              <a:rPr lang="de-DE" dirty="0"/>
              <a:t> </a:t>
            </a:r>
          </a:p>
          <a:p>
            <a:r>
              <a:rPr lang="de-DE" dirty="0"/>
              <a:t>Select </a:t>
            </a:r>
            <a:r>
              <a:rPr lang="de-DE" dirty="0" err="1"/>
              <a:t>information</a:t>
            </a:r>
            <a:r>
              <a:rPr lang="de-DE" dirty="0"/>
              <a:t> in such a </a:t>
            </a:r>
            <a:r>
              <a:rPr lang="de-DE" dirty="0" err="1"/>
              <a:t>way</a:t>
            </a:r>
            <a:r>
              <a:rPr lang="de-DE" dirty="0"/>
              <a:t> </a:t>
            </a:r>
            <a:r>
              <a:rPr lang="de-DE" dirty="0" err="1"/>
              <a:t>that</a:t>
            </a:r>
            <a:r>
              <a:rPr lang="de-DE" dirty="0"/>
              <a:t> an AI </a:t>
            </a:r>
            <a:r>
              <a:rPr lang="de-DE" dirty="0" err="1"/>
              <a:t>model</a:t>
            </a:r>
            <a:r>
              <a:rPr lang="de-DE" dirty="0"/>
              <a:t> </a:t>
            </a:r>
            <a:r>
              <a:rPr lang="de-DE" dirty="0" err="1"/>
              <a:t>can</a:t>
            </a:r>
            <a:r>
              <a:rPr lang="de-DE" dirty="0"/>
              <a:t> </a:t>
            </a:r>
            <a:r>
              <a:rPr lang="de-DE" dirty="0" err="1"/>
              <a:t>generate</a:t>
            </a:r>
            <a:r>
              <a:rPr lang="de-DE" dirty="0"/>
              <a:t> a relevant </a:t>
            </a:r>
            <a:r>
              <a:rPr lang="de-DE" dirty="0" err="1"/>
              <a:t>answer</a:t>
            </a:r>
            <a:endParaRPr lang="de-DE" dirty="0"/>
          </a:p>
          <a:p>
            <a:r>
              <a:rPr lang="de-DE" dirty="0" err="1"/>
              <a:t>Provide</a:t>
            </a:r>
            <a:r>
              <a:rPr lang="de-DE" dirty="0"/>
              <a:t> </a:t>
            </a:r>
            <a:r>
              <a:rPr lang="de-DE" dirty="0" err="1"/>
              <a:t>information</a:t>
            </a:r>
            <a:r>
              <a:rPr lang="de-DE" dirty="0"/>
              <a:t> </a:t>
            </a:r>
            <a:r>
              <a:rPr lang="de-DE" dirty="0" err="1"/>
              <a:t>to</a:t>
            </a:r>
            <a:r>
              <a:rPr lang="de-DE" dirty="0"/>
              <a:t> </a:t>
            </a:r>
            <a:r>
              <a:rPr lang="de-DE" dirty="0" err="1"/>
              <a:t>the</a:t>
            </a:r>
            <a:r>
              <a:rPr lang="de-DE" dirty="0"/>
              <a:t> AI in a </a:t>
            </a:r>
            <a:r>
              <a:rPr lang="de-DE" dirty="0" err="1"/>
              <a:t>clear</a:t>
            </a:r>
            <a:r>
              <a:rPr lang="de-DE" dirty="0"/>
              <a:t> and </a:t>
            </a:r>
            <a:r>
              <a:rPr lang="de-DE" dirty="0" err="1"/>
              <a:t>targeted</a:t>
            </a:r>
            <a:r>
              <a:rPr lang="de-DE" dirty="0"/>
              <a:t> </a:t>
            </a:r>
            <a:r>
              <a:rPr lang="de-DE" dirty="0" err="1"/>
              <a:t>manner</a:t>
            </a:r>
            <a:endParaRPr lang="de-DE" dirty="0"/>
          </a:p>
          <a:p>
            <a:r>
              <a:rPr lang="de-DE" dirty="0" err="1"/>
              <a:t>Make</a:t>
            </a:r>
            <a:r>
              <a:rPr lang="de-DE" dirty="0"/>
              <a:t> </a:t>
            </a:r>
            <a:r>
              <a:rPr lang="de-DE" dirty="0" err="1"/>
              <a:t>changes</a:t>
            </a:r>
            <a:r>
              <a:rPr lang="de-DE" dirty="0"/>
              <a:t> </a:t>
            </a:r>
            <a:r>
              <a:rPr lang="de-DE" dirty="0" err="1"/>
              <a:t>to</a:t>
            </a:r>
            <a:r>
              <a:rPr lang="de-DE" dirty="0"/>
              <a:t> </a:t>
            </a:r>
            <a:r>
              <a:rPr lang="de-DE" dirty="0" err="1"/>
              <a:t>the</a:t>
            </a:r>
            <a:r>
              <a:rPr lang="de-DE" dirty="0"/>
              <a:t> </a:t>
            </a:r>
            <a:r>
              <a:rPr lang="de-DE" dirty="0" err="1"/>
              <a:t>input</a:t>
            </a:r>
            <a:r>
              <a:rPr lang="de-DE" dirty="0"/>
              <a:t> </a:t>
            </a:r>
            <a:r>
              <a:rPr lang="de-DE" dirty="0" err="1"/>
              <a:t>to</a:t>
            </a:r>
            <a:r>
              <a:rPr lang="de-DE" dirty="0"/>
              <a:t> </a:t>
            </a:r>
            <a:r>
              <a:rPr lang="de-DE" dirty="0" err="1"/>
              <a:t>maximize</a:t>
            </a:r>
            <a:r>
              <a:rPr lang="de-DE" dirty="0"/>
              <a:t> </a:t>
            </a:r>
            <a:r>
              <a:rPr lang="de-DE" dirty="0" err="1"/>
              <a:t>the</a:t>
            </a:r>
            <a:r>
              <a:rPr lang="de-DE" dirty="0"/>
              <a:t> </a:t>
            </a:r>
            <a:r>
              <a:rPr lang="de-DE" dirty="0" err="1"/>
              <a:t>specific</a:t>
            </a:r>
            <a:r>
              <a:rPr lang="de-DE" dirty="0"/>
              <a:t> </a:t>
            </a:r>
            <a:r>
              <a:rPr lang="de-DE" dirty="0" err="1"/>
              <a:t>properties</a:t>
            </a:r>
            <a:r>
              <a:rPr lang="de-DE" dirty="0"/>
              <a:t> </a:t>
            </a:r>
            <a:r>
              <a:rPr lang="de-DE" dirty="0" err="1"/>
              <a:t>of</a:t>
            </a:r>
            <a:r>
              <a:rPr lang="de-DE" dirty="0"/>
              <a:t> </a:t>
            </a:r>
            <a:r>
              <a:rPr lang="de-DE" dirty="0" err="1"/>
              <a:t>the</a:t>
            </a:r>
            <a:r>
              <a:rPr lang="de-DE" dirty="0"/>
              <a:t> AI </a:t>
            </a:r>
            <a:r>
              <a:rPr lang="de-DE" dirty="0" err="1"/>
              <a:t>model</a:t>
            </a:r>
            <a:endParaRPr lang="de-DE" dirty="0"/>
          </a:p>
        </p:txBody>
      </p:sp>
      <p:sp>
        <p:nvSpPr>
          <p:cNvPr id="4" name="Textplatzhalter 3">
            <a:extLst>
              <a:ext uri="{FF2B5EF4-FFF2-40B4-BE49-F238E27FC236}">
                <a16:creationId xmlns:a16="http://schemas.microsoft.com/office/drawing/2014/main" id="{EDEDBD35-D732-5537-0C17-3ABDF580C7BB}"/>
              </a:ext>
            </a:extLst>
          </p:cNvPr>
          <p:cNvSpPr>
            <a:spLocks noGrp="1"/>
          </p:cNvSpPr>
          <p:nvPr>
            <p:ph type="body" sz="half" idx="2"/>
          </p:nvPr>
        </p:nvSpPr>
        <p:spPr/>
        <p:txBody>
          <a:bodyPr>
            <a:normAutofit fontScale="70000" lnSpcReduction="20000"/>
          </a:bodyPr>
          <a:lstStyle/>
          <a:p>
            <a:r>
              <a:rPr lang="en-GB" b="0" i="0" u="none" strike="noStrike" dirty="0">
                <a:solidFill>
                  <a:srgbClr val="1E1E1E"/>
                </a:solidFill>
                <a:effectLst/>
                <a:highlight>
                  <a:srgbClr val="FFFFFF"/>
                </a:highlight>
                <a:latin typeface="Everett"/>
              </a:rPr>
              <a:t>Aufbau </a:t>
            </a:r>
            <a:r>
              <a:rPr lang="en-GB" b="0" i="0" u="none" strike="noStrike" dirty="0" err="1">
                <a:solidFill>
                  <a:srgbClr val="1E1E1E"/>
                </a:solidFill>
                <a:effectLst/>
                <a:highlight>
                  <a:srgbClr val="FFFFFF"/>
                </a:highlight>
                <a:latin typeface="Everett"/>
              </a:rPr>
              <a:t>eines</a:t>
            </a:r>
            <a:r>
              <a:rPr lang="en-GB" b="0" i="0" u="none" strike="noStrike" dirty="0">
                <a:solidFill>
                  <a:srgbClr val="1E1E1E"/>
                </a:solidFill>
                <a:effectLst/>
                <a:highlight>
                  <a:srgbClr val="FFFFFF"/>
                </a:highlight>
                <a:latin typeface="Everett"/>
              </a:rPr>
              <a:t> </a:t>
            </a:r>
            <a:r>
              <a:rPr lang="en-GB" b="0" i="0" u="none" strike="noStrike" dirty="0" err="1">
                <a:solidFill>
                  <a:srgbClr val="1E1E1E"/>
                </a:solidFill>
                <a:effectLst/>
                <a:highlight>
                  <a:srgbClr val="FFFFFF"/>
                </a:highlight>
                <a:latin typeface="Everett"/>
              </a:rPr>
              <a:t>ChatGPT</a:t>
            </a:r>
            <a:r>
              <a:rPr lang="en-GB" b="0" i="0" u="none" strike="noStrike" dirty="0">
                <a:solidFill>
                  <a:srgbClr val="1E1E1E"/>
                </a:solidFill>
                <a:effectLst/>
                <a:highlight>
                  <a:srgbClr val="FFFFFF"/>
                </a:highlight>
                <a:latin typeface="Everett"/>
              </a:rPr>
              <a:t> Mega-Prompt (© Rob Lennon 2023, @</a:t>
            </a:r>
            <a:r>
              <a:rPr lang="en-GB" b="0" i="0" u="none" strike="noStrike" dirty="0" err="1">
                <a:solidFill>
                  <a:srgbClr val="1E1E1E"/>
                </a:solidFill>
                <a:effectLst/>
                <a:highlight>
                  <a:srgbClr val="FFFFFF"/>
                </a:highlight>
                <a:latin typeface="Everett"/>
              </a:rPr>
              <a:t>thatroblennon</a:t>
            </a:r>
            <a:r>
              <a:rPr lang="en-GB" b="0" i="0" u="none" strike="noStrike" dirty="0">
                <a:solidFill>
                  <a:srgbClr val="1E1E1E"/>
                </a:solidFill>
                <a:effectLst/>
                <a:highlight>
                  <a:srgbClr val="FFFFFF"/>
                </a:highlight>
                <a:latin typeface="Everett"/>
              </a:rPr>
              <a:t>/Twitter)</a:t>
            </a:r>
            <a:endParaRPr lang="de-DE" dirty="0"/>
          </a:p>
        </p:txBody>
      </p:sp>
    </p:spTree>
    <p:extLst>
      <p:ext uri="{BB962C8B-B14F-4D97-AF65-F5344CB8AC3E}">
        <p14:creationId xmlns:p14="http://schemas.microsoft.com/office/powerpoint/2010/main" val="16182664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F922F1C-2FA1-A813-C1BA-50AD0CC135E8}"/>
              </a:ext>
            </a:extLst>
          </p:cNvPr>
          <p:cNvSpPr>
            <a:spLocks noGrp="1"/>
          </p:cNvSpPr>
          <p:nvPr>
            <p:ph type="title"/>
          </p:nvPr>
        </p:nvSpPr>
        <p:spPr/>
        <p:txBody>
          <a:bodyPr/>
          <a:lstStyle/>
          <a:p>
            <a:r>
              <a:rPr lang="de-DE" dirty="0"/>
              <a:t>Key Input Details</a:t>
            </a:r>
          </a:p>
        </p:txBody>
      </p:sp>
      <p:sp>
        <p:nvSpPr>
          <p:cNvPr id="3" name="Textplatzhalter 2">
            <a:extLst>
              <a:ext uri="{FF2B5EF4-FFF2-40B4-BE49-F238E27FC236}">
                <a16:creationId xmlns:a16="http://schemas.microsoft.com/office/drawing/2014/main" id="{A0D1FC2B-F801-D968-5160-0846E6409ABC}"/>
              </a:ext>
            </a:extLst>
          </p:cNvPr>
          <p:cNvSpPr>
            <a:spLocks noGrp="1"/>
          </p:cNvSpPr>
          <p:nvPr>
            <p:ph type="body" sz="quarter" idx="10"/>
          </p:nvPr>
        </p:nvSpPr>
        <p:spPr>
          <a:xfrm>
            <a:off x="606424" y="987574"/>
            <a:ext cx="8358063" cy="3024336"/>
          </a:xfrm>
        </p:spPr>
        <p:txBody>
          <a:bodyPr>
            <a:normAutofit/>
          </a:bodyPr>
          <a:lstStyle/>
          <a:p>
            <a:pPr marL="217884" indent="0" algn="l">
              <a:buNone/>
            </a:pPr>
            <a:r>
              <a:rPr lang="en-GB" b="1" i="0" u="none" strike="noStrike" dirty="0">
                <a:solidFill>
                  <a:srgbClr val="1E1E1E"/>
                </a:solidFill>
                <a:effectLst/>
                <a:latin typeface="Everett"/>
              </a:rPr>
              <a:t>1. clarity in the definition and purpose of the task</a:t>
            </a:r>
          </a:p>
          <a:p>
            <a:r>
              <a:rPr lang="en-GB" i="0" u="none" strike="noStrike" dirty="0">
                <a:solidFill>
                  <a:srgbClr val="1E1E1E"/>
                </a:solidFill>
                <a:effectLst/>
                <a:latin typeface="Everett"/>
              </a:rPr>
              <a:t>e.g. using simple language and structured work packages: “Start with a short greeting” - “Formulate 3 variants of the closing sentence” </a:t>
            </a:r>
          </a:p>
          <a:p>
            <a:pPr marL="217884" indent="0" algn="l">
              <a:buNone/>
            </a:pPr>
            <a:r>
              <a:rPr lang="en-GB" b="1" i="0" u="none" strike="noStrike" dirty="0">
                <a:solidFill>
                  <a:srgbClr val="1E1E1E"/>
                </a:solidFill>
                <a:effectLst/>
                <a:latin typeface="Everett"/>
              </a:rPr>
              <a:t>2. relevant details</a:t>
            </a:r>
          </a:p>
          <a:p>
            <a:r>
              <a:rPr lang="en-GB" i="0" u="none" strike="noStrike" dirty="0">
                <a:solidFill>
                  <a:srgbClr val="1E1E1E"/>
                </a:solidFill>
                <a:effectLst/>
                <a:latin typeface="Everett"/>
              </a:rPr>
              <a:t>e.g. specific keywords or phrases on the topic, background knowledge, facts, tone, target audience, format, length, style</a:t>
            </a:r>
          </a:p>
          <a:p>
            <a:pPr marL="217884" indent="0" algn="l">
              <a:buNone/>
            </a:pPr>
            <a:r>
              <a:rPr lang="en-GB" b="1" i="0" u="none" strike="noStrike" dirty="0">
                <a:solidFill>
                  <a:srgbClr val="1E1E1E"/>
                </a:solidFill>
                <a:effectLst/>
                <a:latin typeface="Everett"/>
              </a:rPr>
              <a:t>3. indicative examples</a:t>
            </a:r>
          </a:p>
          <a:p>
            <a:r>
              <a:rPr lang="en-GB" i="0" u="none" strike="noStrike" dirty="0">
                <a:solidFill>
                  <a:srgbClr val="1E1E1E"/>
                </a:solidFill>
                <a:effectLst/>
                <a:latin typeface="Everett"/>
              </a:rPr>
              <a:t>e.g. “Write in the style of the following text [example]”</a:t>
            </a:r>
          </a:p>
          <a:p>
            <a:pPr marL="217884" indent="0" algn="l">
              <a:buNone/>
            </a:pPr>
            <a:r>
              <a:rPr lang="en-GB" b="1" i="0" u="none" strike="noStrike" dirty="0">
                <a:solidFill>
                  <a:srgbClr val="1E1E1E"/>
                </a:solidFill>
                <a:effectLst/>
                <a:latin typeface="Everett"/>
              </a:rPr>
              <a:t>4. test and refine </a:t>
            </a:r>
          </a:p>
          <a:p>
            <a:r>
              <a:rPr lang="en-GB" i="0" u="none" strike="noStrike" dirty="0">
                <a:solidFill>
                  <a:srgbClr val="1E1E1E"/>
                </a:solidFill>
                <a:effectLst/>
                <a:latin typeface="Everett"/>
              </a:rPr>
              <a:t>e.g. through several iterations</a:t>
            </a:r>
          </a:p>
          <a:p>
            <a:pPr algn="l"/>
            <a:endParaRPr lang="en-GB" b="0" i="0" u="none" strike="noStrike" dirty="0">
              <a:solidFill>
                <a:srgbClr val="1E1E1E"/>
              </a:solidFill>
              <a:effectLst/>
              <a:latin typeface="Everett"/>
            </a:endParaRPr>
          </a:p>
          <a:p>
            <a:pPr marL="217884" indent="0">
              <a:buNone/>
            </a:pPr>
            <a:endParaRPr lang="de-DE" dirty="0"/>
          </a:p>
        </p:txBody>
      </p:sp>
      <p:sp>
        <p:nvSpPr>
          <p:cNvPr id="4" name="Textplatzhalter 3">
            <a:extLst>
              <a:ext uri="{FF2B5EF4-FFF2-40B4-BE49-F238E27FC236}">
                <a16:creationId xmlns:a16="http://schemas.microsoft.com/office/drawing/2014/main" id="{EDEDBD35-D732-5537-0C17-3ABDF580C7BB}"/>
              </a:ext>
            </a:extLst>
          </p:cNvPr>
          <p:cNvSpPr>
            <a:spLocks noGrp="1"/>
          </p:cNvSpPr>
          <p:nvPr>
            <p:ph type="body" sz="half" idx="2"/>
          </p:nvPr>
        </p:nvSpPr>
        <p:spPr/>
        <p:txBody>
          <a:bodyPr>
            <a:normAutofit fontScale="70000" lnSpcReduction="20000"/>
          </a:bodyPr>
          <a:lstStyle/>
          <a:p>
            <a:r>
              <a:rPr lang="en-GB" b="0" i="0" u="none" strike="noStrike" dirty="0">
                <a:solidFill>
                  <a:srgbClr val="1E1E1E"/>
                </a:solidFill>
                <a:effectLst/>
                <a:highlight>
                  <a:srgbClr val="FFFFFF"/>
                </a:highlight>
                <a:latin typeface="Everett"/>
              </a:rPr>
              <a:t>Aufbau </a:t>
            </a:r>
            <a:r>
              <a:rPr lang="en-GB" b="0" i="0" u="none" strike="noStrike" dirty="0" err="1">
                <a:solidFill>
                  <a:srgbClr val="1E1E1E"/>
                </a:solidFill>
                <a:effectLst/>
                <a:highlight>
                  <a:srgbClr val="FFFFFF"/>
                </a:highlight>
                <a:latin typeface="Everett"/>
              </a:rPr>
              <a:t>eines</a:t>
            </a:r>
            <a:r>
              <a:rPr lang="en-GB" b="0" i="0" u="none" strike="noStrike" dirty="0">
                <a:solidFill>
                  <a:srgbClr val="1E1E1E"/>
                </a:solidFill>
                <a:effectLst/>
                <a:highlight>
                  <a:srgbClr val="FFFFFF"/>
                </a:highlight>
                <a:latin typeface="Everett"/>
              </a:rPr>
              <a:t> </a:t>
            </a:r>
            <a:r>
              <a:rPr lang="en-GB" b="0" i="0" u="none" strike="noStrike" dirty="0" err="1">
                <a:solidFill>
                  <a:srgbClr val="1E1E1E"/>
                </a:solidFill>
                <a:effectLst/>
                <a:highlight>
                  <a:srgbClr val="FFFFFF"/>
                </a:highlight>
                <a:latin typeface="Everett"/>
              </a:rPr>
              <a:t>ChatGPT</a:t>
            </a:r>
            <a:r>
              <a:rPr lang="en-GB" b="0" i="0" u="none" strike="noStrike" dirty="0">
                <a:solidFill>
                  <a:srgbClr val="1E1E1E"/>
                </a:solidFill>
                <a:effectLst/>
                <a:highlight>
                  <a:srgbClr val="FFFFFF"/>
                </a:highlight>
                <a:latin typeface="Everett"/>
              </a:rPr>
              <a:t> Mega-Prompt (© Rob Lennon 2023, @</a:t>
            </a:r>
            <a:r>
              <a:rPr lang="en-GB" b="0" i="0" u="none" strike="noStrike" dirty="0" err="1">
                <a:solidFill>
                  <a:srgbClr val="1E1E1E"/>
                </a:solidFill>
                <a:effectLst/>
                <a:highlight>
                  <a:srgbClr val="FFFFFF"/>
                </a:highlight>
                <a:latin typeface="Everett"/>
              </a:rPr>
              <a:t>thatroblennon</a:t>
            </a:r>
            <a:r>
              <a:rPr lang="en-GB" b="0" i="0" u="none" strike="noStrike" dirty="0">
                <a:solidFill>
                  <a:srgbClr val="1E1E1E"/>
                </a:solidFill>
                <a:effectLst/>
                <a:highlight>
                  <a:srgbClr val="FFFFFF"/>
                </a:highlight>
                <a:latin typeface="Everett"/>
              </a:rPr>
              <a:t>/Twitter)</a:t>
            </a:r>
            <a:endParaRPr lang="de-DE" dirty="0"/>
          </a:p>
        </p:txBody>
      </p:sp>
    </p:spTree>
    <p:extLst>
      <p:ext uri="{BB962C8B-B14F-4D97-AF65-F5344CB8AC3E}">
        <p14:creationId xmlns:p14="http://schemas.microsoft.com/office/powerpoint/2010/main" val="33262865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F922F1C-2FA1-A813-C1BA-50AD0CC135E8}"/>
              </a:ext>
            </a:extLst>
          </p:cNvPr>
          <p:cNvSpPr>
            <a:spLocks noGrp="1"/>
          </p:cNvSpPr>
          <p:nvPr>
            <p:ph type="title"/>
          </p:nvPr>
        </p:nvSpPr>
        <p:spPr/>
        <p:txBody>
          <a:bodyPr/>
          <a:lstStyle/>
          <a:p>
            <a:r>
              <a:rPr lang="de-DE"/>
              <a:t>The Future of Chatbots and AI</a:t>
            </a:r>
          </a:p>
        </p:txBody>
      </p:sp>
      <p:sp>
        <p:nvSpPr>
          <p:cNvPr id="3" name="Textplatzhalter 2">
            <a:extLst>
              <a:ext uri="{FF2B5EF4-FFF2-40B4-BE49-F238E27FC236}">
                <a16:creationId xmlns:a16="http://schemas.microsoft.com/office/drawing/2014/main" id="{A0D1FC2B-F801-D968-5160-0846E6409ABC}"/>
              </a:ext>
            </a:extLst>
          </p:cNvPr>
          <p:cNvSpPr>
            <a:spLocks noGrp="1"/>
          </p:cNvSpPr>
          <p:nvPr>
            <p:ph type="body" sz="quarter" idx="10"/>
          </p:nvPr>
        </p:nvSpPr>
        <p:spPr>
          <a:xfrm>
            <a:off x="606425" y="987574"/>
            <a:ext cx="4397624" cy="3024336"/>
          </a:xfrm>
        </p:spPr>
        <p:txBody>
          <a:bodyPr>
            <a:normAutofit fontScale="92500" lnSpcReduction="10000"/>
          </a:bodyPr>
          <a:lstStyle/>
          <a:p>
            <a:r>
              <a:rPr lang="de-DE" dirty="0" err="1"/>
              <a:t>Simulate</a:t>
            </a:r>
            <a:r>
              <a:rPr lang="de-DE" dirty="0"/>
              <a:t>: </a:t>
            </a:r>
            <a:r>
              <a:rPr lang="de-DE" dirty="0" err="1"/>
              <a:t>From</a:t>
            </a:r>
            <a:r>
              <a:rPr lang="de-DE" dirty="0"/>
              <a:t> </a:t>
            </a:r>
            <a:r>
              <a:rPr lang="de-DE" dirty="0" err="1"/>
              <a:t>which</a:t>
            </a:r>
            <a:r>
              <a:rPr lang="de-DE" dirty="0"/>
              <a:t> </a:t>
            </a:r>
            <a:r>
              <a:rPr lang="de-DE" dirty="0" err="1"/>
              <a:t>perspective</a:t>
            </a:r>
            <a:r>
              <a:rPr lang="de-DE" dirty="0"/>
              <a:t> </a:t>
            </a:r>
            <a:r>
              <a:rPr lang="de-DE" dirty="0" err="1"/>
              <a:t>should</a:t>
            </a:r>
            <a:r>
              <a:rPr lang="de-DE" dirty="0"/>
              <a:t> </a:t>
            </a:r>
            <a:r>
              <a:rPr lang="de-DE" dirty="0" err="1"/>
              <a:t>the</a:t>
            </a:r>
            <a:r>
              <a:rPr lang="de-DE" dirty="0"/>
              <a:t> </a:t>
            </a:r>
            <a:r>
              <a:rPr lang="de-DE" dirty="0" err="1"/>
              <a:t>task</a:t>
            </a:r>
            <a:r>
              <a:rPr lang="de-DE" dirty="0"/>
              <a:t> </a:t>
            </a:r>
            <a:r>
              <a:rPr lang="de-DE" dirty="0" err="1"/>
              <a:t>be</a:t>
            </a:r>
            <a:r>
              <a:rPr lang="de-DE" dirty="0"/>
              <a:t> </a:t>
            </a:r>
            <a:r>
              <a:rPr lang="de-DE" dirty="0" err="1"/>
              <a:t>understood</a:t>
            </a:r>
            <a:r>
              <a:rPr lang="de-DE" dirty="0"/>
              <a:t> (</a:t>
            </a:r>
            <a:r>
              <a:rPr lang="de-DE" dirty="0" err="1"/>
              <a:t>teacher</a:t>
            </a:r>
            <a:r>
              <a:rPr lang="de-DE" dirty="0"/>
              <a:t>, </a:t>
            </a:r>
            <a:r>
              <a:rPr lang="de-DE" dirty="0" err="1"/>
              <a:t>learner</a:t>
            </a:r>
            <a:r>
              <a:rPr lang="de-DE" dirty="0"/>
              <a:t>, professional </a:t>
            </a:r>
            <a:r>
              <a:rPr lang="de-DE" dirty="0" err="1"/>
              <a:t>context</a:t>
            </a:r>
            <a:r>
              <a:rPr lang="de-DE" dirty="0"/>
              <a:t>, etc.)?</a:t>
            </a:r>
          </a:p>
          <a:p>
            <a:r>
              <a:rPr lang="de-DE" dirty="0"/>
              <a:t>Task: </a:t>
            </a:r>
            <a:r>
              <a:rPr lang="de-DE" dirty="0" err="1"/>
              <a:t>What</a:t>
            </a:r>
            <a:r>
              <a:rPr lang="de-DE" dirty="0"/>
              <a:t> </a:t>
            </a:r>
            <a:r>
              <a:rPr lang="de-DE" dirty="0" err="1"/>
              <a:t>is</a:t>
            </a:r>
            <a:r>
              <a:rPr lang="de-DE" dirty="0"/>
              <a:t> </a:t>
            </a:r>
            <a:r>
              <a:rPr lang="de-DE" dirty="0" err="1"/>
              <a:t>to</a:t>
            </a:r>
            <a:r>
              <a:rPr lang="de-DE" dirty="0"/>
              <a:t> </a:t>
            </a:r>
            <a:r>
              <a:rPr lang="de-DE" dirty="0" err="1"/>
              <a:t>be</a:t>
            </a:r>
            <a:r>
              <a:rPr lang="de-DE" dirty="0"/>
              <a:t> </a:t>
            </a:r>
            <a:r>
              <a:rPr lang="de-DE" dirty="0" err="1"/>
              <a:t>done</a:t>
            </a:r>
            <a:endParaRPr lang="de-DE" dirty="0"/>
          </a:p>
          <a:p>
            <a:r>
              <a:rPr lang="de-DE" dirty="0" err="1"/>
              <a:t>Steps</a:t>
            </a:r>
            <a:r>
              <a:rPr lang="de-DE" dirty="0"/>
              <a:t>: </a:t>
            </a:r>
            <a:r>
              <a:rPr lang="de-DE" dirty="0" err="1"/>
              <a:t>Sequence</a:t>
            </a:r>
            <a:r>
              <a:rPr lang="de-DE" dirty="0"/>
              <a:t> </a:t>
            </a:r>
            <a:r>
              <a:rPr lang="de-DE" dirty="0" err="1"/>
              <a:t>of</a:t>
            </a:r>
            <a:r>
              <a:rPr lang="de-DE" dirty="0"/>
              <a:t> </a:t>
            </a:r>
            <a:r>
              <a:rPr lang="de-DE" dirty="0" err="1"/>
              <a:t>steps</a:t>
            </a:r>
            <a:r>
              <a:rPr lang="de-DE" dirty="0"/>
              <a:t>, </a:t>
            </a:r>
            <a:r>
              <a:rPr lang="de-DE" dirty="0" err="1"/>
              <a:t>what</a:t>
            </a:r>
            <a:r>
              <a:rPr lang="de-DE" dirty="0"/>
              <a:t> </a:t>
            </a:r>
            <a:r>
              <a:rPr lang="de-DE" dirty="0" err="1"/>
              <a:t>is</a:t>
            </a:r>
            <a:r>
              <a:rPr lang="de-DE" dirty="0"/>
              <a:t> </a:t>
            </a:r>
            <a:r>
              <a:rPr lang="de-DE" dirty="0" err="1"/>
              <a:t>to</a:t>
            </a:r>
            <a:r>
              <a:rPr lang="de-DE" dirty="0"/>
              <a:t> </a:t>
            </a:r>
            <a:r>
              <a:rPr lang="de-DE" dirty="0" err="1"/>
              <a:t>be</a:t>
            </a:r>
            <a:r>
              <a:rPr lang="de-DE" dirty="0"/>
              <a:t> </a:t>
            </a:r>
            <a:r>
              <a:rPr lang="de-DE" dirty="0" err="1"/>
              <a:t>done</a:t>
            </a:r>
            <a:r>
              <a:rPr lang="de-DE" dirty="0"/>
              <a:t> and </a:t>
            </a:r>
            <a:r>
              <a:rPr lang="de-DE" dirty="0" err="1"/>
              <a:t>when</a:t>
            </a:r>
            <a:r>
              <a:rPr lang="de-DE" dirty="0"/>
              <a:t> (incl. </a:t>
            </a:r>
            <a:r>
              <a:rPr lang="de-DE" dirty="0" err="1"/>
              <a:t>preconditions</a:t>
            </a:r>
            <a:r>
              <a:rPr lang="de-DE" dirty="0"/>
              <a:t>, intermediate </a:t>
            </a:r>
            <a:r>
              <a:rPr lang="de-DE" dirty="0" err="1"/>
              <a:t>steps</a:t>
            </a:r>
            <a:r>
              <a:rPr lang="de-DE" dirty="0"/>
              <a:t> </a:t>
            </a:r>
            <a:r>
              <a:rPr lang="de-DE" dirty="0" err="1"/>
              <a:t>with</a:t>
            </a:r>
            <a:r>
              <a:rPr lang="de-DE" dirty="0"/>
              <a:t> </a:t>
            </a:r>
            <a:r>
              <a:rPr lang="de-DE" dirty="0" err="1"/>
              <a:t>prompts</a:t>
            </a:r>
            <a:r>
              <a:rPr lang="de-DE" dirty="0"/>
              <a:t>, etc.)</a:t>
            </a:r>
          </a:p>
          <a:p>
            <a:r>
              <a:rPr lang="de-DE" dirty="0" err="1"/>
              <a:t>Context</a:t>
            </a:r>
            <a:r>
              <a:rPr lang="de-DE" dirty="0"/>
              <a:t>: </a:t>
            </a:r>
            <a:r>
              <a:rPr lang="de-DE" dirty="0" err="1"/>
              <a:t>Specific</a:t>
            </a:r>
            <a:r>
              <a:rPr lang="de-DE" dirty="0"/>
              <a:t> </a:t>
            </a:r>
            <a:r>
              <a:rPr lang="de-DE" dirty="0" err="1"/>
              <a:t>focus</a:t>
            </a:r>
            <a:r>
              <a:rPr lang="de-DE" dirty="0"/>
              <a:t> </a:t>
            </a:r>
            <a:r>
              <a:rPr lang="de-DE" dirty="0" err="1"/>
              <a:t>or</a:t>
            </a:r>
            <a:r>
              <a:rPr lang="de-DE" dirty="0"/>
              <a:t> </a:t>
            </a:r>
            <a:r>
              <a:rPr lang="de-DE" dirty="0" err="1"/>
              <a:t>consideration</a:t>
            </a:r>
            <a:r>
              <a:rPr lang="de-DE" dirty="0"/>
              <a:t> (e.g. </a:t>
            </a:r>
            <a:r>
              <a:rPr lang="de-DE" dirty="0" err="1"/>
              <a:t>teaching</a:t>
            </a:r>
            <a:r>
              <a:rPr lang="de-DE" dirty="0"/>
              <a:t> </a:t>
            </a:r>
            <a:r>
              <a:rPr lang="de-DE" dirty="0" err="1"/>
              <a:t>environment</a:t>
            </a:r>
            <a:r>
              <a:rPr lang="de-DE" dirty="0"/>
              <a:t>, </a:t>
            </a:r>
            <a:r>
              <a:rPr lang="de-DE" dirty="0" err="1"/>
              <a:t>class</a:t>
            </a:r>
            <a:r>
              <a:rPr lang="de-DE" dirty="0"/>
              <a:t> </a:t>
            </a:r>
            <a:r>
              <a:rPr lang="de-DE" dirty="0" err="1"/>
              <a:t>composition</a:t>
            </a:r>
            <a:r>
              <a:rPr lang="de-DE" dirty="0"/>
              <a:t>, etc.)</a:t>
            </a:r>
          </a:p>
          <a:p>
            <a:r>
              <a:rPr lang="de-DE" dirty="0"/>
              <a:t>Goal: </a:t>
            </a:r>
            <a:r>
              <a:rPr lang="de-DE" dirty="0" err="1"/>
              <a:t>What</a:t>
            </a:r>
            <a:r>
              <a:rPr lang="de-DE" dirty="0"/>
              <a:t> </a:t>
            </a:r>
            <a:r>
              <a:rPr lang="de-DE" dirty="0" err="1"/>
              <a:t>is</a:t>
            </a:r>
            <a:r>
              <a:rPr lang="de-DE" dirty="0"/>
              <a:t> </a:t>
            </a:r>
            <a:r>
              <a:rPr lang="de-DE" dirty="0" err="1"/>
              <a:t>to</a:t>
            </a:r>
            <a:r>
              <a:rPr lang="de-DE" dirty="0"/>
              <a:t> </a:t>
            </a:r>
            <a:r>
              <a:rPr lang="de-DE" dirty="0" err="1"/>
              <a:t>be</a:t>
            </a:r>
            <a:r>
              <a:rPr lang="de-DE" dirty="0"/>
              <a:t> </a:t>
            </a:r>
            <a:r>
              <a:rPr lang="de-DE" dirty="0" err="1"/>
              <a:t>achieved</a:t>
            </a:r>
            <a:endParaRPr lang="de-DE" dirty="0"/>
          </a:p>
          <a:p>
            <a:r>
              <a:rPr lang="de-DE" dirty="0"/>
              <a:t>Format: </a:t>
            </a:r>
            <a:r>
              <a:rPr lang="de-DE" dirty="0" err="1"/>
              <a:t>How</a:t>
            </a:r>
            <a:r>
              <a:rPr lang="de-DE" dirty="0"/>
              <a:t> </a:t>
            </a:r>
            <a:r>
              <a:rPr lang="de-DE" dirty="0" err="1"/>
              <a:t>the</a:t>
            </a:r>
            <a:r>
              <a:rPr lang="de-DE" dirty="0"/>
              <a:t> </a:t>
            </a:r>
            <a:r>
              <a:rPr lang="de-DE" dirty="0" err="1"/>
              <a:t>answer</a:t>
            </a:r>
            <a:r>
              <a:rPr lang="de-DE" dirty="0"/>
              <a:t> </a:t>
            </a:r>
            <a:r>
              <a:rPr lang="de-DE" dirty="0" err="1"/>
              <a:t>should</a:t>
            </a:r>
            <a:r>
              <a:rPr lang="de-DE" dirty="0"/>
              <a:t> </a:t>
            </a:r>
            <a:r>
              <a:rPr lang="de-DE" dirty="0" err="1"/>
              <a:t>be</a:t>
            </a:r>
            <a:r>
              <a:rPr lang="de-DE" dirty="0"/>
              <a:t> </a:t>
            </a:r>
            <a:r>
              <a:rPr lang="de-DE" dirty="0" err="1"/>
              <a:t>structured</a:t>
            </a:r>
            <a:r>
              <a:rPr lang="de-DE" dirty="0"/>
              <a:t> </a:t>
            </a:r>
            <a:r>
              <a:rPr lang="de-DE" dirty="0" err="1"/>
              <a:t>or</a:t>
            </a:r>
            <a:r>
              <a:rPr lang="de-DE" dirty="0"/>
              <a:t> </a:t>
            </a:r>
            <a:r>
              <a:rPr lang="de-DE" dirty="0" err="1"/>
              <a:t>presented</a:t>
            </a:r>
            <a:endParaRPr lang="de-DE" dirty="0"/>
          </a:p>
        </p:txBody>
      </p:sp>
      <p:sp>
        <p:nvSpPr>
          <p:cNvPr id="4" name="Textplatzhalter 3">
            <a:extLst>
              <a:ext uri="{FF2B5EF4-FFF2-40B4-BE49-F238E27FC236}">
                <a16:creationId xmlns:a16="http://schemas.microsoft.com/office/drawing/2014/main" id="{EDEDBD35-D732-5537-0C17-3ABDF580C7BB}"/>
              </a:ext>
            </a:extLst>
          </p:cNvPr>
          <p:cNvSpPr>
            <a:spLocks noGrp="1"/>
          </p:cNvSpPr>
          <p:nvPr>
            <p:ph type="body" sz="half" idx="2"/>
          </p:nvPr>
        </p:nvSpPr>
        <p:spPr/>
        <p:txBody>
          <a:bodyPr>
            <a:normAutofit fontScale="70000" lnSpcReduction="20000"/>
          </a:bodyPr>
          <a:lstStyle/>
          <a:p>
            <a:r>
              <a:rPr lang="en-GB" b="0" i="0" u="none" strike="noStrike" dirty="0">
                <a:solidFill>
                  <a:srgbClr val="1E1E1E"/>
                </a:solidFill>
                <a:effectLst/>
                <a:highlight>
                  <a:srgbClr val="FFFFFF"/>
                </a:highlight>
                <a:latin typeface="Everett"/>
              </a:rPr>
              <a:t>Aufbau </a:t>
            </a:r>
            <a:r>
              <a:rPr lang="en-GB" b="0" i="0" u="none" strike="noStrike" dirty="0" err="1">
                <a:solidFill>
                  <a:srgbClr val="1E1E1E"/>
                </a:solidFill>
                <a:effectLst/>
                <a:highlight>
                  <a:srgbClr val="FFFFFF"/>
                </a:highlight>
                <a:latin typeface="Everett"/>
              </a:rPr>
              <a:t>eines</a:t>
            </a:r>
            <a:r>
              <a:rPr lang="en-GB" b="0" i="0" u="none" strike="noStrike" dirty="0">
                <a:solidFill>
                  <a:srgbClr val="1E1E1E"/>
                </a:solidFill>
                <a:effectLst/>
                <a:highlight>
                  <a:srgbClr val="FFFFFF"/>
                </a:highlight>
                <a:latin typeface="Everett"/>
              </a:rPr>
              <a:t> </a:t>
            </a:r>
            <a:r>
              <a:rPr lang="en-GB" b="0" i="0" u="none" strike="noStrike" dirty="0" err="1">
                <a:solidFill>
                  <a:srgbClr val="1E1E1E"/>
                </a:solidFill>
                <a:effectLst/>
                <a:highlight>
                  <a:srgbClr val="FFFFFF"/>
                </a:highlight>
                <a:latin typeface="Everett"/>
              </a:rPr>
              <a:t>ChatGPT</a:t>
            </a:r>
            <a:r>
              <a:rPr lang="en-GB" b="0" i="0" u="none" strike="noStrike" dirty="0">
                <a:solidFill>
                  <a:srgbClr val="1E1E1E"/>
                </a:solidFill>
                <a:effectLst/>
                <a:highlight>
                  <a:srgbClr val="FFFFFF"/>
                </a:highlight>
                <a:latin typeface="Everett"/>
              </a:rPr>
              <a:t> Mega-Prompt (© Rob Lennon 2023, @</a:t>
            </a:r>
            <a:r>
              <a:rPr lang="en-GB" b="0" i="0" u="none" strike="noStrike" dirty="0" err="1">
                <a:solidFill>
                  <a:srgbClr val="1E1E1E"/>
                </a:solidFill>
                <a:effectLst/>
                <a:highlight>
                  <a:srgbClr val="FFFFFF"/>
                </a:highlight>
                <a:latin typeface="Everett"/>
              </a:rPr>
              <a:t>thatroblennon</a:t>
            </a:r>
            <a:r>
              <a:rPr lang="en-GB" b="0" i="0" u="none" strike="noStrike" dirty="0">
                <a:solidFill>
                  <a:srgbClr val="1E1E1E"/>
                </a:solidFill>
                <a:effectLst/>
                <a:highlight>
                  <a:srgbClr val="FFFFFF"/>
                </a:highlight>
                <a:latin typeface="Everett"/>
              </a:rPr>
              <a:t>/Twitter)</a:t>
            </a:r>
            <a:endParaRPr lang="de-DE" dirty="0"/>
          </a:p>
        </p:txBody>
      </p:sp>
      <p:pic>
        <p:nvPicPr>
          <p:cNvPr id="6" name="Picture 5">
            <a:extLst>
              <a:ext uri="{FF2B5EF4-FFF2-40B4-BE49-F238E27FC236}">
                <a16:creationId xmlns:a16="http://schemas.microsoft.com/office/drawing/2014/main" id="{F15384B0-6B52-0880-D5A2-37F3D0622DA3}"/>
              </a:ext>
            </a:extLst>
          </p:cNvPr>
          <p:cNvPicPr>
            <a:picLocks noChangeAspect="1"/>
          </p:cNvPicPr>
          <p:nvPr/>
        </p:nvPicPr>
        <p:blipFill>
          <a:blip r:embed="rId3"/>
          <a:stretch>
            <a:fillRect/>
          </a:stretch>
        </p:blipFill>
        <p:spPr>
          <a:xfrm>
            <a:off x="5004048" y="860914"/>
            <a:ext cx="4032448" cy="3024336"/>
          </a:xfrm>
          <a:prstGeom prst="rect">
            <a:avLst/>
          </a:prstGeom>
        </p:spPr>
      </p:pic>
    </p:spTree>
    <p:extLst>
      <p:ext uri="{BB962C8B-B14F-4D97-AF65-F5344CB8AC3E}">
        <p14:creationId xmlns:p14="http://schemas.microsoft.com/office/powerpoint/2010/main" val="36250426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F922F1C-2FA1-A813-C1BA-50AD0CC135E8}"/>
              </a:ext>
            </a:extLst>
          </p:cNvPr>
          <p:cNvSpPr>
            <a:spLocks noGrp="1"/>
          </p:cNvSpPr>
          <p:nvPr>
            <p:ph type="title"/>
          </p:nvPr>
        </p:nvSpPr>
        <p:spPr/>
        <p:txBody>
          <a:bodyPr/>
          <a:lstStyle/>
          <a:p>
            <a:r>
              <a:rPr lang="de-DE" dirty="0"/>
              <a:t>General Prompt </a:t>
            </a:r>
            <a:r>
              <a:rPr lang="de-DE" dirty="0" err="1"/>
              <a:t>crafting</a:t>
            </a:r>
            <a:r>
              <a:rPr lang="de-DE" dirty="0"/>
              <a:t> Guidelines</a:t>
            </a:r>
          </a:p>
        </p:txBody>
      </p:sp>
      <p:sp>
        <p:nvSpPr>
          <p:cNvPr id="3" name="Textplatzhalter 2">
            <a:extLst>
              <a:ext uri="{FF2B5EF4-FFF2-40B4-BE49-F238E27FC236}">
                <a16:creationId xmlns:a16="http://schemas.microsoft.com/office/drawing/2014/main" id="{A0D1FC2B-F801-D968-5160-0846E6409ABC}"/>
              </a:ext>
            </a:extLst>
          </p:cNvPr>
          <p:cNvSpPr>
            <a:spLocks noGrp="1"/>
          </p:cNvSpPr>
          <p:nvPr>
            <p:ph type="body" sz="quarter" idx="10"/>
          </p:nvPr>
        </p:nvSpPr>
        <p:spPr>
          <a:xfrm>
            <a:off x="899592" y="1275606"/>
            <a:ext cx="4037584" cy="3024336"/>
          </a:xfrm>
        </p:spPr>
        <p:txBody>
          <a:bodyPr>
            <a:normAutofit/>
          </a:bodyPr>
          <a:lstStyle/>
          <a:p>
            <a:pPr marL="217884" indent="0">
              <a:buNone/>
            </a:pPr>
            <a:r>
              <a:rPr lang="en-GB" b="0" i="0" u="none" strike="noStrike" dirty="0">
                <a:solidFill>
                  <a:srgbClr val="1E1E1E"/>
                </a:solidFill>
                <a:effectLst/>
                <a:highlight>
                  <a:srgbClr val="FFFFFF"/>
                </a:highlight>
                <a:latin typeface="Everett"/>
              </a:rPr>
              <a:t>In addition to general guidelines for prompt crafting, the </a:t>
            </a:r>
            <a:r>
              <a:rPr lang="en-GB" b="0" i="0" u="none" strike="noStrike" dirty="0" err="1">
                <a:solidFill>
                  <a:srgbClr val="1E1E1E"/>
                </a:solidFill>
                <a:effectLst/>
                <a:highlight>
                  <a:srgbClr val="FFFFFF"/>
                </a:highlight>
                <a:latin typeface="Everett"/>
              </a:rPr>
              <a:t>Workflowy</a:t>
            </a:r>
            <a:r>
              <a:rPr lang="en-GB" b="0" i="0" u="none" strike="noStrike" dirty="0">
                <a:solidFill>
                  <a:srgbClr val="1E1E1E"/>
                </a:solidFill>
                <a:effectLst/>
                <a:highlight>
                  <a:srgbClr val="FFFFFF"/>
                </a:highlight>
                <a:latin typeface="Everett"/>
              </a:rPr>
              <a:t> community suggests more specific strategies along the types of prompting intentions. Roughly, there are four types of goals of using </a:t>
            </a:r>
            <a:r>
              <a:rPr lang="en-GB" b="0" i="0" u="none" strike="noStrike" dirty="0" err="1">
                <a:solidFill>
                  <a:srgbClr val="1E1E1E"/>
                </a:solidFill>
                <a:effectLst/>
                <a:highlight>
                  <a:srgbClr val="FFFFFF"/>
                </a:highlight>
                <a:latin typeface="Everett"/>
              </a:rPr>
              <a:t>ChatGPTs</a:t>
            </a:r>
            <a:r>
              <a:rPr lang="en-GB" b="0" i="0" u="none" strike="noStrike" dirty="0">
                <a:solidFill>
                  <a:srgbClr val="1E1E1E"/>
                </a:solidFill>
                <a:effectLst/>
                <a:highlight>
                  <a:srgbClr val="FFFFFF"/>
                </a:highlight>
                <a:latin typeface="Everett"/>
              </a:rPr>
              <a:t>: some learning, chatting, data transformation and text generation. </a:t>
            </a:r>
            <a:endParaRPr lang="de-DE" dirty="0"/>
          </a:p>
        </p:txBody>
      </p:sp>
      <p:pic>
        <p:nvPicPr>
          <p:cNvPr id="5" name="Picture 4">
            <a:extLst>
              <a:ext uri="{FF2B5EF4-FFF2-40B4-BE49-F238E27FC236}">
                <a16:creationId xmlns:a16="http://schemas.microsoft.com/office/drawing/2014/main" id="{9E18C1DD-3839-25C5-4F00-C89A9D8979FB}"/>
              </a:ext>
            </a:extLst>
          </p:cNvPr>
          <p:cNvPicPr>
            <a:picLocks noChangeAspect="1"/>
          </p:cNvPicPr>
          <p:nvPr/>
        </p:nvPicPr>
        <p:blipFill>
          <a:blip r:embed="rId3"/>
          <a:stretch>
            <a:fillRect/>
          </a:stretch>
        </p:blipFill>
        <p:spPr>
          <a:xfrm>
            <a:off x="5870864" y="274639"/>
            <a:ext cx="3273136" cy="5143500"/>
          </a:xfrm>
          <a:prstGeom prst="rect">
            <a:avLst/>
          </a:prstGeom>
        </p:spPr>
      </p:pic>
    </p:spTree>
    <p:extLst>
      <p:ext uri="{BB962C8B-B14F-4D97-AF65-F5344CB8AC3E}">
        <p14:creationId xmlns:p14="http://schemas.microsoft.com/office/powerpoint/2010/main" val="1714268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F922F1C-2FA1-A813-C1BA-50AD0CC135E8}"/>
              </a:ext>
            </a:extLst>
          </p:cNvPr>
          <p:cNvSpPr>
            <a:spLocks noGrp="1"/>
          </p:cNvSpPr>
          <p:nvPr>
            <p:ph type="title"/>
          </p:nvPr>
        </p:nvSpPr>
        <p:spPr>
          <a:xfrm>
            <a:off x="628650" y="284548"/>
            <a:ext cx="7886700" cy="491808"/>
          </a:xfrm>
        </p:spPr>
        <p:txBody>
          <a:bodyPr/>
          <a:lstStyle/>
          <a:p>
            <a:r>
              <a:rPr lang="de-DE" dirty="0"/>
              <a:t>General Prompt </a:t>
            </a:r>
            <a:r>
              <a:rPr lang="de-DE" dirty="0" err="1"/>
              <a:t>crafting</a:t>
            </a:r>
            <a:r>
              <a:rPr lang="de-DE" dirty="0"/>
              <a:t> Guidelines</a:t>
            </a:r>
          </a:p>
        </p:txBody>
      </p:sp>
      <p:sp>
        <p:nvSpPr>
          <p:cNvPr id="3" name="Textplatzhalter 2">
            <a:extLst>
              <a:ext uri="{FF2B5EF4-FFF2-40B4-BE49-F238E27FC236}">
                <a16:creationId xmlns:a16="http://schemas.microsoft.com/office/drawing/2014/main" id="{A0D1FC2B-F801-D968-5160-0846E6409ABC}"/>
              </a:ext>
            </a:extLst>
          </p:cNvPr>
          <p:cNvSpPr>
            <a:spLocks noGrp="1"/>
          </p:cNvSpPr>
          <p:nvPr>
            <p:ph type="body" sz="quarter" idx="10"/>
          </p:nvPr>
        </p:nvSpPr>
        <p:spPr>
          <a:xfrm>
            <a:off x="5004048" y="1242861"/>
            <a:ext cx="4037584" cy="3024336"/>
          </a:xfrm>
        </p:spPr>
        <p:txBody>
          <a:bodyPr>
            <a:normAutofit/>
          </a:bodyPr>
          <a:lstStyle/>
          <a:p>
            <a:r>
              <a:rPr lang="en-GB" b="0" i="0" u="none" strike="noStrike" dirty="0">
                <a:solidFill>
                  <a:srgbClr val="1E1E1E"/>
                </a:solidFill>
                <a:effectLst/>
                <a:highlight>
                  <a:srgbClr val="FFFFFF"/>
                </a:highlight>
                <a:latin typeface="Everett"/>
              </a:rPr>
              <a:t>There are various general guidelines for prompting (see </a:t>
            </a:r>
            <a:r>
              <a:rPr lang="en-GB" b="0" i="0" u="none" strike="noStrike" dirty="0" err="1">
                <a:solidFill>
                  <a:srgbClr val="1E1E1E"/>
                </a:solidFill>
                <a:effectLst/>
                <a:highlight>
                  <a:srgbClr val="FFFFFF"/>
                </a:highlight>
                <a:latin typeface="Everett"/>
              </a:rPr>
              <a:t>Workflowy</a:t>
            </a:r>
            <a:r>
              <a:rPr lang="en-GB" b="0" i="0" u="none" strike="noStrike" dirty="0">
                <a:solidFill>
                  <a:srgbClr val="1E1E1E"/>
                </a:solidFill>
                <a:effectLst/>
                <a:highlight>
                  <a:srgbClr val="FFFFFF"/>
                </a:highlight>
                <a:latin typeface="Everett"/>
              </a:rPr>
              <a:t> Community)</a:t>
            </a:r>
          </a:p>
          <a:p>
            <a:r>
              <a:rPr lang="en-GB" b="0" i="0" u="none" strike="noStrike" dirty="0">
                <a:solidFill>
                  <a:srgbClr val="1E1E1E"/>
                </a:solidFill>
                <a:effectLst/>
                <a:highlight>
                  <a:srgbClr val="FFFFFF"/>
                </a:highlight>
                <a:latin typeface="Everett"/>
              </a:rPr>
              <a:t>For effective use, however, specific strategic priorities are suggested: Capturing new content, exchanging content, converting content or formats and generating new material. </a:t>
            </a:r>
            <a:endParaRPr lang="de-DE" dirty="0"/>
          </a:p>
        </p:txBody>
      </p:sp>
      <p:sp>
        <p:nvSpPr>
          <p:cNvPr id="8" name="Text Placeholder 7">
            <a:extLst>
              <a:ext uri="{FF2B5EF4-FFF2-40B4-BE49-F238E27FC236}">
                <a16:creationId xmlns:a16="http://schemas.microsoft.com/office/drawing/2014/main" id="{3FDD6927-DC2F-AEFC-4579-3A41331E84EE}"/>
              </a:ext>
            </a:extLst>
          </p:cNvPr>
          <p:cNvSpPr>
            <a:spLocks noGrp="1"/>
          </p:cNvSpPr>
          <p:nvPr>
            <p:ph type="body" sz="half" idx="2"/>
          </p:nvPr>
        </p:nvSpPr>
        <p:spPr>
          <a:xfrm>
            <a:off x="2605881" y="4809101"/>
            <a:ext cx="2974231" cy="286078"/>
          </a:xfrm>
        </p:spPr>
        <p:txBody>
          <a:bodyPr>
            <a:normAutofit/>
          </a:bodyPr>
          <a:lstStyle/>
          <a:p>
            <a:pPr marL="0" indent="0" algn="l" defTabSz="685800" rtl="0" eaLnBrk="1" latinLnBrk="0" hangingPunct="1">
              <a:lnSpc>
                <a:spcPct val="90000"/>
              </a:lnSpc>
              <a:spcBef>
                <a:spcPts val="750"/>
              </a:spcBef>
              <a:buFont typeface="Arial" panose="020B0604020202020204" pitchFamily="34" charset="0"/>
              <a:buNone/>
            </a:pPr>
            <a:endParaRPr lang="en-DE" dirty="0"/>
          </a:p>
        </p:txBody>
      </p:sp>
      <p:pic>
        <p:nvPicPr>
          <p:cNvPr id="4" name="Picture 3">
            <a:extLst>
              <a:ext uri="{FF2B5EF4-FFF2-40B4-BE49-F238E27FC236}">
                <a16:creationId xmlns:a16="http://schemas.microsoft.com/office/drawing/2014/main" id="{1303F539-5829-4A97-57FA-701D225DBE06}"/>
              </a:ext>
            </a:extLst>
          </p:cNvPr>
          <p:cNvPicPr>
            <a:picLocks noChangeAspect="1"/>
          </p:cNvPicPr>
          <p:nvPr/>
        </p:nvPicPr>
        <p:blipFill>
          <a:blip r:embed="rId3"/>
          <a:stretch>
            <a:fillRect/>
          </a:stretch>
        </p:blipFill>
        <p:spPr>
          <a:xfrm>
            <a:off x="603292" y="1308351"/>
            <a:ext cx="4119250" cy="1875036"/>
          </a:xfrm>
          <a:prstGeom prst="rect">
            <a:avLst/>
          </a:prstGeom>
        </p:spPr>
      </p:pic>
    </p:spTree>
    <p:extLst>
      <p:ext uri="{BB962C8B-B14F-4D97-AF65-F5344CB8AC3E}">
        <p14:creationId xmlns:p14="http://schemas.microsoft.com/office/powerpoint/2010/main" val="21686607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6E71A-547C-2A0E-C2FF-3B48C7CA5D08}"/>
              </a:ext>
            </a:extLst>
          </p:cNvPr>
          <p:cNvSpPr>
            <a:spLocks noGrp="1"/>
          </p:cNvSpPr>
          <p:nvPr>
            <p:ph type="title"/>
          </p:nvPr>
        </p:nvSpPr>
        <p:spPr/>
        <p:txBody>
          <a:bodyPr/>
          <a:lstStyle/>
          <a:p>
            <a:r>
              <a:rPr lang="en-DE" dirty="0"/>
              <a:t>Recommendation 1</a:t>
            </a:r>
          </a:p>
        </p:txBody>
      </p:sp>
      <p:sp>
        <p:nvSpPr>
          <p:cNvPr id="3" name="Text Placeholder 2">
            <a:extLst>
              <a:ext uri="{FF2B5EF4-FFF2-40B4-BE49-F238E27FC236}">
                <a16:creationId xmlns:a16="http://schemas.microsoft.com/office/drawing/2014/main" id="{A090B119-0543-BC32-14C1-BD9DC113CD40}"/>
              </a:ext>
            </a:extLst>
          </p:cNvPr>
          <p:cNvSpPr>
            <a:spLocks noGrp="1"/>
          </p:cNvSpPr>
          <p:nvPr>
            <p:ph type="body" sz="quarter" idx="10"/>
          </p:nvPr>
        </p:nvSpPr>
        <p:spPr/>
        <p:txBody>
          <a:bodyPr/>
          <a:lstStyle/>
          <a:p>
            <a:pPr marL="217884" indent="0">
              <a:buNone/>
            </a:pPr>
            <a:r>
              <a:rPr lang="en-GB" dirty="0"/>
              <a:t>Assigning a role to the AI</a:t>
            </a:r>
          </a:p>
          <a:p>
            <a:pPr marL="217884" indent="0">
              <a:buNone/>
            </a:pPr>
            <a:endParaRPr lang="en-GB" dirty="0"/>
          </a:p>
          <a:p>
            <a:pPr marL="217884" indent="0">
              <a:buNone/>
            </a:pPr>
            <a:r>
              <a:rPr lang="en-GB" dirty="0"/>
              <a:t>Inaccurate: “You are a statistics tutor.”</a:t>
            </a:r>
          </a:p>
          <a:p>
            <a:pPr marL="217884" indent="0">
              <a:buNone/>
            </a:pPr>
            <a:endParaRPr lang="en-GB" dirty="0"/>
          </a:p>
          <a:p>
            <a:pPr marL="217884" indent="0">
              <a:buNone/>
            </a:pPr>
            <a:r>
              <a:rPr lang="en-GB" dirty="0"/>
              <a:t>Better: “You are a friendly, objective and patient tutor for a university lecture on statistics. Your job is to help students with their mechanics homework. Your answers are short and contain concrete suggestions for solving the problem.” University lecture on statistics. Your task is to support students with homework on mechanics. Your answers are short and contain concrete suggestions for solving the problem.”</a:t>
            </a:r>
            <a:endParaRPr lang="en-DE" sz="1400" dirty="0"/>
          </a:p>
        </p:txBody>
      </p:sp>
      <p:sp>
        <p:nvSpPr>
          <p:cNvPr id="4" name="Text Placeholder 3">
            <a:extLst>
              <a:ext uri="{FF2B5EF4-FFF2-40B4-BE49-F238E27FC236}">
                <a16:creationId xmlns:a16="http://schemas.microsoft.com/office/drawing/2014/main" id="{CB30CB89-6F8F-6BB6-86A7-B68439B45272}"/>
              </a:ext>
            </a:extLst>
          </p:cNvPr>
          <p:cNvSpPr>
            <a:spLocks noGrp="1"/>
          </p:cNvSpPr>
          <p:nvPr>
            <p:ph type="body" sz="half" idx="2"/>
          </p:nvPr>
        </p:nvSpPr>
        <p:spPr/>
        <p:txBody>
          <a:bodyPr>
            <a:normAutofit fontScale="92500" lnSpcReduction="10000"/>
          </a:bodyPr>
          <a:lstStyle/>
          <a:p>
            <a:endParaRPr lang="en-DE"/>
          </a:p>
        </p:txBody>
      </p:sp>
    </p:spTree>
    <p:extLst>
      <p:ext uri="{BB962C8B-B14F-4D97-AF65-F5344CB8AC3E}">
        <p14:creationId xmlns:p14="http://schemas.microsoft.com/office/powerpoint/2010/main" val="42676991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5AEEE-4B85-398A-A67C-1A5C6EB3E4B9}"/>
              </a:ext>
            </a:extLst>
          </p:cNvPr>
          <p:cNvSpPr>
            <a:spLocks noGrp="1"/>
          </p:cNvSpPr>
          <p:nvPr>
            <p:ph type="title"/>
          </p:nvPr>
        </p:nvSpPr>
        <p:spPr/>
        <p:txBody>
          <a:bodyPr/>
          <a:lstStyle/>
          <a:p>
            <a:r>
              <a:rPr lang="en-DE" dirty="0"/>
              <a:t>Recommendation 2</a:t>
            </a:r>
          </a:p>
        </p:txBody>
      </p:sp>
      <p:sp>
        <p:nvSpPr>
          <p:cNvPr id="3" name="Text Placeholder 2">
            <a:extLst>
              <a:ext uri="{FF2B5EF4-FFF2-40B4-BE49-F238E27FC236}">
                <a16:creationId xmlns:a16="http://schemas.microsoft.com/office/drawing/2014/main" id="{71664E64-CF00-F932-FCE4-B519D2CA2F7A}"/>
              </a:ext>
            </a:extLst>
          </p:cNvPr>
          <p:cNvSpPr>
            <a:spLocks noGrp="1"/>
          </p:cNvSpPr>
          <p:nvPr>
            <p:ph type="body" sz="quarter" idx="10"/>
          </p:nvPr>
        </p:nvSpPr>
        <p:spPr/>
        <p:txBody>
          <a:bodyPr/>
          <a:lstStyle/>
          <a:p>
            <a:pPr marL="217884" indent="0">
              <a:buNone/>
            </a:pPr>
            <a:r>
              <a:rPr lang="en-GB" dirty="0"/>
              <a:t>Prime the AI and set context (provide context)</a:t>
            </a:r>
          </a:p>
          <a:p>
            <a:pPr marL="217884" indent="0">
              <a:buNone/>
            </a:pPr>
            <a:endParaRPr lang="en-GB" dirty="0"/>
          </a:p>
          <a:p>
            <a:pPr marL="217884" indent="0">
              <a:buNone/>
            </a:pPr>
            <a:r>
              <a:rPr lang="en-GB" dirty="0"/>
              <a:t>Inaccurate: “I need help with a statistical problem.”</a:t>
            </a:r>
          </a:p>
          <a:p>
            <a:pPr marL="217884" indent="0">
              <a:buNone/>
            </a:pPr>
            <a:r>
              <a:rPr lang="en-GB" dirty="0"/>
              <a:t>Better: It is a lecture on statistics at a university. The students have basic statistical knowledge and the task is very difficult for them. The students should develop an understanding of the solution steps and be able to carry out the solution steps themselves at the </a:t>
            </a:r>
            <a:r>
              <a:rPr lang="en-GB" dirty="0" err="1"/>
              <a:t>end.“”Your</a:t>
            </a:r>
            <a:r>
              <a:rPr lang="en-GB" dirty="0"/>
              <a:t> task is to support students with homework on mechanics. Your answers are short and contain concrete suggestions for solving the problem.”</a:t>
            </a:r>
            <a:endParaRPr lang="en-DE" dirty="0"/>
          </a:p>
        </p:txBody>
      </p:sp>
      <p:sp>
        <p:nvSpPr>
          <p:cNvPr id="4" name="Text Placeholder 3">
            <a:extLst>
              <a:ext uri="{FF2B5EF4-FFF2-40B4-BE49-F238E27FC236}">
                <a16:creationId xmlns:a16="http://schemas.microsoft.com/office/drawing/2014/main" id="{A63D3813-2730-7093-2F9A-A5CD78F933F3}"/>
              </a:ext>
            </a:extLst>
          </p:cNvPr>
          <p:cNvSpPr>
            <a:spLocks noGrp="1"/>
          </p:cNvSpPr>
          <p:nvPr>
            <p:ph type="body" sz="half" idx="2"/>
          </p:nvPr>
        </p:nvSpPr>
        <p:spPr/>
        <p:txBody>
          <a:bodyPr>
            <a:normAutofit fontScale="92500" lnSpcReduction="10000"/>
          </a:bodyPr>
          <a:lstStyle/>
          <a:p>
            <a:endParaRPr lang="en-DE"/>
          </a:p>
        </p:txBody>
      </p:sp>
    </p:spTree>
    <p:extLst>
      <p:ext uri="{BB962C8B-B14F-4D97-AF65-F5344CB8AC3E}">
        <p14:creationId xmlns:p14="http://schemas.microsoft.com/office/powerpoint/2010/main" val="38142220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5AEEE-4B85-398A-A67C-1A5C6EB3E4B9}"/>
              </a:ext>
            </a:extLst>
          </p:cNvPr>
          <p:cNvSpPr>
            <a:spLocks noGrp="1"/>
          </p:cNvSpPr>
          <p:nvPr>
            <p:ph type="title"/>
          </p:nvPr>
        </p:nvSpPr>
        <p:spPr/>
        <p:txBody>
          <a:bodyPr/>
          <a:lstStyle/>
          <a:p>
            <a:r>
              <a:rPr lang="en-DE" dirty="0"/>
              <a:t>Recommendation 3</a:t>
            </a:r>
          </a:p>
        </p:txBody>
      </p:sp>
      <p:sp>
        <p:nvSpPr>
          <p:cNvPr id="3" name="Text Placeholder 2">
            <a:extLst>
              <a:ext uri="{FF2B5EF4-FFF2-40B4-BE49-F238E27FC236}">
                <a16:creationId xmlns:a16="http://schemas.microsoft.com/office/drawing/2014/main" id="{71664E64-CF00-F932-FCE4-B519D2CA2F7A}"/>
              </a:ext>
            </a:extLst>
          </p:cNvPr>
          <p:cNvSpPr>
            <a:spLocks noGrp="1"/>
          </p:cNvSpPr>
          <p:nvPr>
            <p:ph type="body" sz="quarter" idx="10"/>
          </p:nvPr>
        </p:nvSpPr>
        <p:spPr/>
        <p:txBody>
          <a:bodyPr/>
          <a:lstStyle/>
          <a:p>
            <a:pPr marL="217884" indent="0">
              <a:buNone/>
            </a:pPr>
            <a:r>
              <a:rPr lang="en-GB" dirty="0"/>
              <a:t>Give specific style instructions</a:t>
            </a:r>
          </a:p>
          <a:p>
            <a:pPr marL="217884" indent="0">
              <a:buNone/>
            </a:pPr>
            <a:endParaRPr lang="en-GB" dirty="0"/>
          </a:p>
          <a:p>
            <a:pPr marL="217884" indent="0">
              <a:buNone/>
            </a:pPr>
            <a:r>
              <a:rPr lang="en-GB" dirty="0"/>
              <a:t>Inaccurate: “ ‘Write the answers in the style of a university lecturer.’</a:t>
            </a:r>
          </a:p>
          <a:p>
            <a:pPr marL="217884" indent="0">
              <a:buNone/>
            </a:pPr>
            <a:r>
              <a:rPr lang="en-GB" dirty="0"/>
              <a:t>Better: “Write the answers in formal, scientific language. Note that the users come from the field of bioinformatics. Use the form of address as a courtesy. Format your output using Markdown”.</a:t>
            </a:r>
            <a:endParaRPr lang="en-DE" sz="1400" dirty="0"/>
          </a:p>
        </p:txBody>
      </p:sp>
      <p:sp>
        <p:nvSpPr>
          <p:cNvPr id="4" name="Text Placeholder 3">
            <a:extLst>
              <a:ext uri="{FF2B5EF4-FFF2-40B4-BE49-F238E27FC236}">
                <a16:creationId xmlns:a16="http://schemas.microsoft.com/office/drawing/2014/main" id="{A63D3813-2730-7093-2F9A-A5CD78F933F3}"/>
              </a:ext>
            </a:extLst>
          </p:cNvPr>
          <p:cNvSpPr>
            <a:spLocks noGrp="1"/>
          </p:cNvSpPr>
          <p:nvPr>
            <p:ph type="body" sz="half" idx="2"/>
          </p:nvPr>
        </p:nvSpPr>
        <p:spPr/>
        <p:txBody>
          <a:bodyPr>
            <a:normAutofit fontScale="92500" lnSpcReduction="10000"/>
          </a:bodyPr>
          <a:lstStyle/>
          <a:p>
            <a:endParaRPr lang="en-DE"/>
          </a:p>
        </p:txBody>
      </p:sp>
    </p:spTree>
    <p:extLst>
      <p:ext uri="{BB962C8B-B14F-4D97-AF65-F5344CB8AC3E}">
        <p14:creationId xmlns:p14="http://schemas.microsoft.com/office/powerpoint/2010/main" val="42707075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5AEEE-4B85-398A-A67C-1A5C6EB3E4B9}"/>
              </a:ext>
            </a:extLst>
          </p:cNvPr>
          <p:cNvSpPr>
            <a:spLocks noGrp="1"/>
          </p:cNvSpPr>
          <p:nvPr>
            <p:ph type="title"/>
          </p:nvPr>
        </p:nvSpPr>
        <p:spPr/>
        <p:txBody>
          <a:bodyPr/>
          <a:lstStyle/>
          <a:p>
            <a:r>
              <a:rPr lang="en-DE" dirty="0"/>
              <a:t>Recommendation 4</a:t>
            </a:r>
          </a:p>
        </p:txBody>
      </p:sp>
      <p:sp>
        <p:nvSpPr>
          <p:cNvPr id="3" name="Text Placeholder 2">
            <a:extLst>
              <a:ext uri="{FF2B5EF4-FFF2-40B4-BE49-F238E27FC236}">
                <a16:creationId xmlns:a16="http://schemas.microsoft.com/office/drawing/2014/main" id="{71664E64-CF00-F932-FCE4-B519D2CA2F7A}"/>
              </a:ext>
            </a:extLst>
          </p:cNvPr>
          <p:cNvSpPr>
            <a:spLocks noGrp="1"/>
          </p:cNvSpPr>
          <p:nvPr>
            <p:ph type="body" sz="quarter" idx="10"/>
          </p:nvPr>
        </p:nvSpPr>
        <p:spPr/>
        <p:txBody>
          <a:bodyPr/>
          <a:lstStyle/>
          <a:p>
            <a:pPr marL="217884" indent="0">
              <a:buNone/>
            </a:pPr>
            <a:r>
              <a:rPr lang="en-GB" dirty="0"/>
              <a:t>Limit the length of the AI output</a:t>
            </a:r>
          </a:p>
          <a:p>
            <a:pPr marL="217884" indent="0">
              <a:buNone/>
            </a:pPr>
            <a:endParaRPr lang="en-GB" dirty="0"/>
          </a:p>
          <a:p>
            <a:pPr marL="217884" indent="0">
              <a:buNone/>
            </a:pPr>
            <a:r>
              <a:rPr lang="en-GB" dirty="0"/>
              <a:t>Inaccurate: “Answer in detail and with your own additions.”</a:t>
            </a:r>
          </a:p>
          <a:p>
            <a:pPr marL="217884" indent="0">
              <a:buNone/>
            </a:pPr>
            <a:endParaRPr lang="en-GB" dirty="0"/>
          </a:p>
          <a:p>
            <a:pPr marL="217884" indent="0">
              <a:buNone/>
            </a:pPr>
            <a:r>
              <a:rPr lang="en-GB" dirty="0"/>
              <a:t>Better: “”Create a summary of the text in a maximum of 150 words.”</a:t>
            </a:r>
            <a:endParaRPr lang="en-DE" dirty="0"/>
          </a:p>
        </p:txBody>
      </p:sp>
      <p:sp>
        <p:nvSpPr>
          <p:cNvPr id="4" name="Text Placeholder 3">
            <a:extLst>
              <a:ext uri="{FF2B5EF4-FFF2-40B4-BE49-F238E27FC236}">
                <a16:creationId xmlns:a16="http://schemas.microsoft.com/office/drawing/2014/main" id="{A63D3813-2730-7093-2F9A-A5CD78F933F3}"/>
              </a:ext>
            </a:extLst>
          </p:cNvPr>
          <p:cNvSpPr>
            <a:spLocks noGrp="1"/>
          </p:cNvSpPr>
          <p:nvPr>
            <p:ph type="body" sz="half" idx="2"/>
          </p:nvPr>
        </p:nvSpPr>
        <p:spPr/>
        <p:txBody>
          <a:bodyPr>
            <a:normAutofit fontScale="92500" lnSpcReduction="10000"/>
          </a:bodyPr>
          <a:lstStyle/>
          <a:p>
            <a:endParaRPr lang="en-DE"/>
          </a:p>
        </p:txBody>
      </p:sp>
    </p:spTree>
    <p:extLst>
      <p:ext uri="{BB962C8B-B14F-4D97-AF65-F5344CB8AC3E}">
        <p14:creationId xmlns:p14="http://schemas.microsoft.com/office/powerpoint/2010/main" val="39261929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5AEEE-4B85-398A-A67C-1A5C6EB3E4B9}"/>
              </a:ext>
            </a:extLst>
          </p:cNvPr>
          <p:cNvSpPr>
            <a:spLocks noGrp="1"/>
          </p:cNvSpPr>
          <p:nvPr>
            <p:ph type="title"/>
          </p:nvPr>
        </p:nvSpPr>
        <p:spPr/>
        <p:txBody>
          <a:bodyPr/>
          <a:lstStyle/>
          <a:p>
            <a:r>
              <a:rPr lang="en-DE" dirty="0"/>
              <a:t>Recommendation 6</a:t>
            </a:r>
          </a:p>
        </p:txBody>
      </p:sp>
      <p:sp>
        <p:nvSpPr>
          <p:cNvPr id="3" name="Text Placeholder 2">
            <a:extLst>
              <a:ext uri="{FF2B5EF4-FFF2-40B4-BE49-F238E27FC236}">
                <a16:creationId xmlns:a16="http://schemas.microsoft.com/office/drawing/2014/main" id="{71664E64-CF00-F932-FCE4-B519D2CA2F7A}"/>
              </a:ext>
            </a:extLst>
          </p:cNvPr>
          <p:cNvSpPr>
            <a:spLocks noGrp="1"/>
          </p:cNvSpPr>
          <p:nvPr>
            <p:ph type="body" sz="quarter" idx="10"/>
          </p:nvPr>
        </p:nvSpPr>
        <p:spPr/>
        <p:txBody>
          <a:bodyPr/>
          <a:lstStyle/>
          <a:p>
            <a:pPr marL="217884" indent="0">
              <a:buNone/>
            </a:pPr>
            <a:r>
              <a:rPr lang="en-GB" dirty="0"/>
              <a:t>Give precise descriptions of the AI procedure and the result</a:t>
            </a:r>
          </a:p>
          <a:p>
            <a:pPr marL="217884" indent="0">
              <a:buNone/>
            </a:pPr>
            <a:endParaRPr lang="en-GB" dirty="0"/>
          </a:p>
          <a:p>
            <a:pPr marL="217884" indent="0">
              <a:buNone/>
            </a:pPr>
            <a:r>
              <a:rPr lang="en-GB" dirty="0"/>
              <a:t>Inaccurate: “ ‘Write an abstract about Smart Industry.’</a:t>
            </a:r>
          </a:p>
          <a:p>
            <a:pPr marL="217884" indent="0">
              <a:buNone/>
            </a:pPr>
            <a:r>
              <a:rPr lang="en-GB" dirty="0"/>
              <a:t>Better: “ ‘Write a 200-word abstract for a bachelor-level academic paper at a German university on the topic of smart industry with a focus on supply chain management.’</a:t>
            </a:r>
            <a:endParaRPr lang="en-DE" dirty="0"/>
          </a:p>
        </p:txBody>
      </p:sp>
      <p:sp>
        <p:nvSpPr>
          <p:cNvPr id="4" name="Text Placeholder 3">
            <a:extLst>
              <a:ext uri="{FF2B5EF4-FFF2-40B4-BE49-F238E27FC236}">
                <a16:creationId xmlns:a16="http://schemas.microsoft.com/office/drawing/2014/main" id="{A63D3813-2730-7093-2F9A-A5CD78F933F3}"/>
              </a:ext>
            </a:extLst>
          </p:cNvPr>
          <p:cNvSpPr>
            <a:spLocks noGrp="1"/>
          </p:cNvSpPr>
          <p:nvPr>
            <p:ph type="body" sz="half" idx="2"/>
          </p:nvPr>
        </p:nvSpPr>
        <p:spPr/>
        <p:txBody>
          <a:bodyPr>
            <a:normAutofit fontScale="92500" lnSpcReduction="10000"/>
          </a:bodyPr>
          <a:lstStyle/>
          <a:p>
            <a:endParaRPr lang="en-DE"/>
          </a:p>
        </p:txBody>
      </p:sp>
    </p:spTree>
    <p:extLst>
      <p:ext uri="{BB962C8B-B14F-4D97-AF65-F5344CB8AC3E}">
        <p14:creationId xmlns:p14="http://schemas.microsoft.com/office/powerpoint/2010/main" val="18241304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5AEEE-4B85-398A-A67C-1A5C6EB3E4B9}"/>
              </a:ext>
            </a:extLst>
          </p:cNvPr>
          <p:cNvSpPr>
            <a:spLocks noGrp="1"/>
          </p:cNvSpPr>
          <p:nvPr>
            <p:ph type="title"/>
          </p:nvPr>
        </p:nvSpPr>
        <p:spPr/>
        <p:txBody>
          <a:bodyPr/>
          <a:lstStyle/>
          <a:p>
            <a:r>
              <a:rPr lang="en-DE" dirty="0"/>
              <a:t>Recommendation 6</a:t>
            </a:r>
          </a:p>
        </p:txBody>
      </p:sp>
      <p:sp>
        <p:nvSpPr>
          <p:cNvPr id="3" name="Text Placeholder 2">
            <a:extLst>
              <a:ext uri="{FF2B5EF4-FFF2-40B4-BE49-F238E27FC236}">
                <a16:creationId xmlns:a16="http://schemas.microsoft.com/office/drawing/2014/main" id="{71664E64-CF00-F932-FCE4-B519D2CA2F7A}"/>
              </a:ext>
            </a:extLst>
          </p:cNvPr>
          <p:cNvSpPr>
            <a:spLocks noGrp="1"/>
          </p:cNvSpPr>
          <p:nvPr>
            <p:ph type="body" sz="quarter" idx="10"/>
          </p:nvPr>
        </p:nvSpPr>
        <p:spPr/>
        <p:txBody>
          <a:bodyPr>
            <a:normAutofit fontScale="92500" lnSpcReduction="20000"/>
          </a:bodyPr>
          <a:lstStyle/>
          <a:p>
            <a:pPr marL="217884" indent="0">
              <a:buNone/>
            </a:pPr>
            <a:r>
              <a:rPr lang="en-GB" dirty="0"/>
              <a:t>Use markers for structuring and inform the AI about them</a:t>
            </a:r>
          </a:p>
          <a:p>
            <a:pPr marL="217884" indent="0">
              <a:buNone/>
            </a:pPr>
            <a:r>
              <a:rPr lang="en-GB" dirty="0"/>
              <a:t>Inaccurate : </a:t>
            </a:r>
          </a:p>
          <a:p>
            <a:pPr marL="217884" indent="0">
              <a:buNone/>
            </a:pPr>
            <a:r>
              <a:rPr lang="en-GB" dirty="0" err="1"/>
              <a:t>IntroductionThis</a:t>
            </a:r>
            <a:r>
              <a:rPr lang="en-GB" dirty="0"/>
              <a:t> text is about generating good prompts. It is particularly important here that humans understand essential prompting rules and learn the limitations of </a:t>
            </a:r>
            <a:r>
              <a:rPr lang="en-GB" dirty="0" err="1"/>
              <a:t>prompting.Before</a:t>
            </a:r>
            <a:r>
              <a:rPr lang="en-GB" dirty="0"/>
              <a:t> we begin Before we begin our </a:t>
            </a:r>
          </a:p>
          <a:p>
            <a:pPr marL="217884" indent="0">
              <a:buNone/>
            </a:pPr>
            <a:r>
              <a:rPr lang="en-GB" dirty="0"/>
              <a:t>Better: </a:t>
            </a:r>
          </a:p>
          <a:p>
            <a:pPr marL="217884" indent="0">
              <a:buNone/>
            </a:pPr>
            <a:r>
              <a:rPr lang="en-GB" dirty="0"/>
              <a:t># </a:t>
            </a:r>
            <a:r>
              <a:rPr lang="en-GB" dirty="0" err="1"/>
              <a:t>IntroductionThis</a:t>
            </a:r>
            <a:r>
              <a:rPr lang="en-GB" dirty="0"/>
              <a:t> text is about generating **good** prompts. </a:t>
            </a:r>
          </a:p>
          <a:p>
            <a:pPr marL="217884" indent="0">
              <a:buNone/>
            </a:pPr>
            <a:r>
              <a:rPr lang="en-GB" dirty="0"/>
              <a:t>Two aspects are particularly important here:</a:t>
            </a:r>
          </a:p>
          <a:p>
            <a:pPr marL="217884" indent="0">
              <a:buNone/>
            </a:pPr>
            <a:r>
              <a:rPr lang="en-GB" dirty="0"/>
              <a:t>1) people should understand essential _prompting rules_.</a:t>
            </a:r>
          </a:p>
          <a:p>
            <a:pPr marL="217884" indent="0">
              <a:buNone/>
            </a:pPr>
            <a:r>
              <a:rPr lang="en-GB" dirty="0"/>
              <a:t>2) people should get to know the _limits of prompting_. “</a:t>
            </a:r>
          </a:p>
          <a:p>
            <a:pPr marL="217884" indent="0">
              <a:buNone/>
            </a:pPr>
            <a:r>
              <a:rPr lang="en-GB" dirty="0"/>
              <a:t>## Before we begin</a:t>
            </a:r>
          </a:p>
          <a:p>
            <a:pPr marL="217884" indent="0">
              <a:buNone/>
            </a:pPr>
            <a:r>
              <a:rPr lang="en-GB" dirty="0"/>
              <a:t>Before we begin our ...</a:t>
            </a:r>
            <a:endParaRPr lang="en-DE" dirty="0"/>
          </a:p>
        </p:txBody>
      </p:sp>
      <p:sp>
        <p:nvSpPr>
          <p:cNvPr id="4" name="Text Placeholder 3">
            <a:extLst>
              <a:ext uri="{FF2B5EF4-FFF2-40B4-BE49-F238E27FC236}">
                <a16:creationId xmlns:a16="http://schemas.microsoft.com/office/drawing/2014/main" id="{A63D3813-2730-7093-2F9A-A5CD78F933F3}"/>
              </a:ext>
            </a:extLst>
          </p:cNvPr>
          <p:cNvSpPr>
            <a:spLocks noGrp="1"/>
          </p:cNvSpPr>
          <p:nvPr>
            <p:ph type="body" sz="half" idx="2"/>
          </p:nvPr>
        </p:nvSpPr>
        <p:spPr/>
        <p:txBody>
          <a:bodyPr>
            <a:normAutofit fontScale="92500" lnSpcReduction="10000"/>
          </a:bodyPr>
          <a:lstStyle/>
          <a:p>
            <a:endParaRPr lang="en-DE"/>
          </a:p>
        </p:txBody>
      </p:sp>
    </p:spTree>
    <p:extLst>
      <p:ext uri="{BB962C8B-B14F-4D97-AF65-F5344CB8AC3E}">
        <p14:creationId xmlns:p14="http://schemas.microsoft.com/office/powerpoint/2010/main" val="38688704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5AEEE-4B85-398A-A67C-1A5C6EB3E4B9}"/>
              </a:ext>
            </a:extLst>
          </p:cNvPr>
          <p:cNvSpPr>
            <a:spLocks noGrp="1"/>
          </p:cNvSpPr>
          <p:nvPr>
            <p:ph type="title"/>
          </p:nvPr>
        </p:nvSpPr>
        <p:spPr/>
        <p:txBody>
          <a:bodyPr/>
          <a:lstStyle/>
          <a:p>
            <a:r>
              <a:rPr lang="en-DE" dirty="0"/>
              <a:t>Recommendation 7a</a:t>
            </a:r>
          </a:p>
        </p:txBody>
      </p:sp>
      <p:sp>
        <p:nvSpPr>
          <p:cNvPr id="3" name="Text Placeholder 2">
            <a:extLst>
              <a:ext uri="{FF2B5EF4-FFF2-40B4-BE49-F238E27FC236}">
                <a16:creationId xmlns:a16="http://schemas.microsoft.com/office/drawing/2014/main" id="{71664E64-CF00-F932-FCE4-B519D2CA2F7A}"/>
              </a:ext>
            </a:extLst>
          </p:cNvPr>
          <p:cNvSpPr>
            <a:spLocks noGrp="1"/>
          </p:cNvSpPr>
          <p:nvPr>
            <p:ph type="body" sz="quarter" idx="10"/>
          </p:nvPr>
        </p:nvSpPr>
        <p:spPr>
          <a:xfrm>
            <a:off x="395536" y="766446"/>
            <a:ext cx="8640960" cy="3543789"/>
          </a:xfrm>
        </p:spPr>
        <p:txBody>
          <a:bodyPr>
            <a:noAutofit/>
          </a:bodyPr>
          <a:lstStyle/>
          <a:p>
            <a:pPr marL="217884" indent="0">
              <a:buNone/>
            </a:pPr>
            <a:r>
              <a:rPr lang="en-GB" sz="1200" dirty="0"/>
              <a:t>Segment an assignment and create sequences of prompts from it</a:t>
            </a:r>
          </a:p>
          <a:p>
            <a:pPr marL="217884" indent="0">
              <a:buNone/>
            </a:pPr>
            <a:r>
              <a:rPr lang="en-GB" sz="1200" dirty="0"/>
              <a:t>Example </a:t>
            </a:r>
            <a:r>
              <a:rPr lang="en-GB" sz="1200" dirty="0" err="1"/>
              <a:t>prompt:This</a:t>
            </a:r>
            <a:r>
              <a:rPr lang="en-GB" sz="1200" dirty="0"/>
              <a:t> prompt is formatted with Markdown syntax to make it easier for you, the AI system, to outline.</a:t>
            </a:r>
          </a:p>
          <a:p>
            <a:pPr marL="217884" indent="0">
              <a:buNone/>
            </a:pPr>
            <a:r>
              <a:rPr lang="en-GB" sz="1200" dirty="0"/>
              <a:t># Your role</a:t>
            </a:r>
          </a:p>
          <a:p>
            <a:pPr marL="217884" indent="0">
              <a:buNone/>
            </a:pPr>
            <a:r>
              <a:rPr lang="en-GB" sz="1200" dirty="0"/>
              <a:t>You are a friendly and helpful university </a:t>
            </a:r>
            <a:r>
              <a:rPr lang="en-GB" sz="1200" dirty="0" err="1"/>
              <a:t>didactician</a:t>
            </a:r>
            <a:r>
              <a:rPr lang="en-GB" sz="1200" dirty="0"/>
              <a:t> at a German university of applied sciences who gives me effective, specific and concrete feedback on a new teaching format I have developed. You have high expectations and believe that I can achieve them. </a:t>
            </a:r>
          </a:p>
          <a:p>
            <a:pPr marL="217884" indent="0">
              <a:buNone/>
            </a:pPr>
            <a:r>
              <a:rPr lang="en-GB" sz="1200" dirty="0"/>
              <a:t># Your task as a university </a:t>
            </a:r>
            <a:r>
              <a:rPr lang="en-GB" sz="1200" dirty="0" err="1"/>
              <a:t>didacticianYou</a:t>
            </a:r>
            <a:r>
              <a:rPr lang="en-GB" sz="1200" dirty="0"/>
              <a:t> should</a:t>
            </a:r>
          </a:p>
          <a:p>
            <a:pPr marL="217884" indent="0">
              <a:buNone/>
            </a:pPr>
            <a:r>
              <a:rPr lang="en-GB" sz="1200" dirty="0"/>
              <a:t>1. Give feedback in a direct and clear way,</a:t>
            </a:r>
          </a:p>
          <a:p>
            <a:pPr marL="217884" indent="0">
              <a:buNone/>
            </a:pPr>
            <a:r>
              <a:rPr lang="en-GB" sz="1200" dirty="0"/>
              <a:t>2. Ask me questions that encourage me to explain the feedback in my own words,</a:t>
            </a:r>
          </a:p>
          <a:p>
            <a:pPr marL="217884" indent="0">
              <a:buNone/>
            </a:pPr>
            <a:r>
              <a:rPr lang="en-GB" sz="1200" dirty="0"/>
              <a:t>3. Ask me to describe how I might respond.</a:t>
            </a:r>
          </a:p>
          <a:p>
            <a:pPr marL="217884" indent="0">
              <a:buNone/>
            </a:pPr>
            <a:r>
              <a:rPr lang="en-GB" sz="1200" dirty="0"/>
              <a:t># Instructions for your answers## </a:t>
            </a:r>
          </a:p>
          <a:p>
            <a:pPr marL="217884" indent="0">
              <a:buNone/>
            </a:pPr>
            <a:r>
              <a:rPr lang="en-GB" sz="1200" dirty="0"/>
              <a:t>Language, level and subject context</a:t>
            </a:r>
          </a:p>
          <a:p>
            <a:pPr marL="217884" indent="0">
              <a:buNone/>
            </a:pPr>
            <a:r>
              <a:rPr lang="en-GB" sz="1200" dirty="0"/>
              <a:t>Write your answers in German and at university level. </a:t>
            </a:r>
          </a:p>
          <a:p>
            <a:pPr marL="217884" indent="0">
              <a:buNone/>
            </a:pPr>
            <a:r>
              <a:rPr lang="en-GB" sz="1200" dirty="0"/>
              <a:t>Note that my field of specialization is the humanities. </a:t>
            </a:r>
          </a:p>
          <a:p>
            <a:pPr marL="217884" indent="0">
              <a:buNone/>
            </a:pPr>
            <a:r>
              <a:rPr lang="en-GB" sz="1200" dirty="0"/>
              <a:t>Use my first name. Format your output using Markdown for headings and highlighting.</a:t>
            </a:r>
            <a:br>
              <a:rPr lang="en-GB" sz="1000" dirty="0"/>
            </a:br>
            <a:br>
              <a:rPr lang="en-GB" sz="1000" dirty="0"/>
            </a:br>
            <a:br>
              <a:rPr lang="en-GB" sz="1000" dirty="0"/>
            </a:br>
            <a:br>
              <a:rPr lang="en-GB" sz="1000" dirty="0"/>
            </a:br>
            <a:endParaRPr lang="en-DE" sz="1000" dirty="0"/>
          </a:p>
        </p:txBody>
      </p:sp>
      <p:sp>
        <p:nvSpPr>
          <p:cNvPr id="4" name="Text Placeholder 3">
            <a:extLst>
              <a:ext uri="{FF2B5EF4-FFF2-40B4-BE49-F238E27FC236}">
                <a16:creationId xmlns:a16="http://schemas.microsoft.com/office/drawing/2014/main" id="{A63D3813-2730-7093-2F9A-A5CD78F933F3}"/>
              </a:ext>
            </a:extLst>
          </p:cNvPr>
          <p:cNvSpPr>
            <a:spLocks noGrp="1"/>
          </p:cNvSpPr>
          <p:nvPr>
            <p:ph type="body" sz="half" idx="2"/>
          </p:nvPr>
        </p:nvSpPr>
        <p:spPr>
          <a:xfrm>
            <a:off x="5104259" y="4515966"/>
            <a:ext cx="3932237" cy="226318"/>
          </a:xfrm>
        </p:spPr>
        <p:txBody>
          <a:bodyPr>
            <a:normAutofit fontScale="92500" lnSpcReduction="10000"/>
          </a:bodyPr>
          <a:lstStyle/>
          <a:p>
            <a:pPr marL="0" indent="0" algn="l" defTabSz="685800" rtl="0" eaLnBrk="1" latinLnBrk="0" hangingPunct="1">
              <a:lnSpc>
                <a:spcPct val="90000"/>
              </a:lnSpc>
              <a:spcBef>
                <a:spcPts val="750"/>
              </a:spcBef>
              <a:buFont typeface="Arial" panose="020B0604020202020204" pitchFamily="34" charset="0"/>
              <a:buNone/>
            </a:pPr>
            <a:endParaRPr lang="en-DE"/>
          </a:p>
        </p:txBody>
      </p:sp>
    </p:spTree>
    <p:extLst>
      <p:ext uri="{BB962C8B-B14F-4D97-AF65-F5344CB8AC3E}">
        <p14:creationId xmlns:p14="http://schemas.microsoft.com/office/powerpoint/2010/main" val="4971973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5AEEE-4B85-398A-A67C-1A5C6EB3E4B9}"/>
              </a:ext>
            </a:extLst>
          </p:cNvPr>
          <p:cNvSpPr>
            <a:spLocks noGrp="1"/>
          </p:cNvSpPr>
          <p:nvPr>
            <p:ph type="title"/>
          </p:nvPr>
        </p:nvSpPr>
        <p:spPr/>
        <p:txBody>
          <a:bodyPr/>
          <a:lstStyle/>
          <a:p>
            <a:r>
              <a:rPr lang="en-DE" dirty="0"/>
              <a:t>Recommendation 7b</a:t>
            </a:r>
          </a:p>
        </p:txBody>
      </p:sp>
      <p:sp>
        <p:nvSpPr>
          <p:cNvPr id="3" name="Text Placeholder 2">
            <a:extLst>
              <a:ext uri="{FF2B5EF4-FFF2-40B4-BE49-F238E27FC236}">
                <a16:creationId xmlns:a16="http://schemas.microsoft.com/office/drawing/2014/main" id="{71664E64-CF00-F932-FCE4-B519D2CA2F7A}"/>
              </a:ext>
            </a:extLst>
          </p:cNvPr>
          <p:cNvSpPr>
            <a:spLocks noGrp="1"/>
          </p:cNvSpPr>
          <p:nvPr>
            <p:ph type="body" sz="quarter" idx="10"/>
          </p:nvPr>
        </p:nvSpPr>
        <p:spPr>
          <a:xfrm>
            <a:off x="215516" y="766447"/>
            <a:ext cx="8712968" cy="3593466"/>
          </a:xfrm>
        </p:spPr>
        <p:txBody>
          <a:bodyPr>
            <a:noAutofit/>
          </a:bodyPr>
          <a:lstStyle/>
          <a:p>
            <a:pPr marL="217884" indent="0">
              <a:buNone/>
            </a:pPr>
            <a:r>
              <a:rPr lang="en-GB" sz="1200" dirty="0"/>
              <a:t>## Further guidelines</a:t>
            </a:r>
          </a:p>
          <a:p>
            <a:pPr marL="217884" indent="0">
              <a:buNone/>
            </a:pPr>
            <a:r>
              <a:rPr lang="en-GB" sz="1200" dirty="0"/>
              <a:t>Keep your answers short and avoid further details or references.</a:t>
            </a:r>
          </a:p>
          <a:p>
            <a:pPr marL="217884" indent="0">
              <a:buNone/>
            </a:pPr>
            <a:r>
              <a:rPr lang="en-GB" sz="1200" dirty="0"/>
              <a:t># Your procedure for starting the chat</a:t>
            </a:r>
          </a:p>
          <a:p>
            <a:pPr marL="217884" indent="0">
              <a:buNone/>
            </a:pPr>
            <a:r>
              <a:rPr lang="en-GB" sz="1200" dirty="0"/>
              <a:t>First ask me for the title and a brief description of the teaching format you are to advise me on. Do not answer for me. Your role is only that of an advisory university </a:t>
            </a:r>
            <a:r>
              <a:rPr lang="en-GB" sz="1200" dirty="0" err="1"/>
              <a:t>didactician</a:t>
            </a:r>
            <a:r>
              <a:rPr lang="en-GB" sz="1200" dirty="0"/>
              <a:t>. Only continue the conversation when I answer.</a:t>
            </a:r>
          </a:p>
          <a:p>
            <a:pPr marL="217884" indent="0">
              <a:buNone/>
            </a:pPr>
            <a:r>
              <a:rPr lang="en-GB" sz="1200" dirty="0"/>
              <a:t># Your further procedure for the iterative design of the feedback</a:t>
            </a:r>
          </a:p>
          <a:p>
            <a:pPr marL="217884" indent="0">
              <a:buNone/>
            </a:pPr>
            <a:r>
              <a:rPr lang="en-GB" sz="1200" dirty="0"/>
              <a:t>1. Ask for details such as the aim of the teaching format, the learning objectives, the instructions to the students, the amount of time or the necessary preparatory work.</a:t>
            </a:r>
          </a:p>
          <a:p>
            <a:pPr marL="217884" indent="0">
              <a:buNone/>
            </a:pPr>
            <a:r>
              <a:rPr lang="en-GB" sz="1200" dirty="0"/>
              <a:t>2. Wait for my answer. Do not continue until I answer.</a:t>
            </a:r>
          </a:p>
          <a:p>
            <a:pPr marL="217884" indent="0">
              <a:buNone/>
            </a:pPr>
            <a:r>
              <a:rPr lang="en-GB" sz="1200" dirty="0"/>
              <a:t>3. Then ask me to describe the teaching format to you in detail and in a structured way. Wait for the student's response. Once you have the answer, ask me questions about points that are not described in enough detail in my answer. Ask me if I want to answer any more questions about the teaching format.</a:t>
            </a:r>
          </a:p>
          <a:p>
            <a:pPr marL="217884" indent="0">
              <a:buNone/>
            </a:pPr>
            <a:r>
              <a:rPr lang="en-GB" sz="1200" dirty="0"/>
              <a:t>4 If I don't want any more questions, write an evaluation of the learning format based on what you know and give me feedback. Do not improve the learning format yourself; just give feedback. </a:t>
            </a:r>
          </a:p>
          <a:p>
            <a:pPr marL="217884" indent="0">
              <a:buNone/>
            </a:pPr>
            <a:r>
              <a:rPr lang="en-GB" sz="1200" dirty="0"/>
              <a:t>End your feedback by asking me how I would like to respond to your feedback. Do not give me suggestions. </a:t>
            </a:r>
            <a:endParaRPr lang="en-DE" sz="1200" dirty="0"/>
          </a:p>
        </p:txBody>
      </p:sp>
      <p:sp>
        <p:nvSpPr>
          <p:cNvPr id="4" name="Text Placeholder 3">
            <a:extLst>
              <a:ext uri="{FF2B5EF4-FFF2-40B4-BE49-F238E27FC236}">
                <a16:creationId xmlns:a16="http://schemas.microsoft.com/office/drawing/2014/main" id="{A63D3813-2730-7093-2F9A-A5CD78F933F3}"/>
              </a:ext>
            </a:extLst>
          </p:cNvPr>
          <p:cNvSpPr>
            <a:spLocks noGrp="1"/>
          </p:cNvSpPr>
          <p:nvPr>
            <p:ph type="body" sz="half" idx="2"/>
          </p:nvPr>
        </p:nvSpPr>
        <p:spPr>
          <a:xfrm>
            <a:off x="4609460" y="4443958"/>
            <a:ext cx="3932237" cy="226318"/>
          </a:xfrm>
        </p:spPr>
        <p:txBody>
          <a:bodyPr>
            <a:normAutofit fontScale="92500" lnSpcReduction="10000"/>
          </a:bodyPr>
          <a:lstStyle/>
          <a:p>
            <a:pPr marL="0" indent="0" algn="l" defTabSz="685800" rtl="0" eaLnBrk="1" latinLnBrk="0" hangingPunct="1">
              <a:lnSpc>
                <a:spcPct val="90000"/>
              </a:lnSpc>
              <a:spcBef>
                <a:spcPts val="750"/>
              </a:spcBef>
              <a:buFont typeface="Arial" panose="020B0604020202020204" pitchFamily="34" charset="0"/>
              <a:buNone/>
            </a:pPr>
            <a:endParaRPr lang="en-DE"/>
          </a:p>
        </p:txBody>
      </p:sp>
    </p:spTree>
    <p:extLst>
      <p:ext uri="{BB962C8B-B14F-4D97-AF65-F5344CB8AC3E}">
        <p14:creationId xmlns:p14="http://schemas.microsoft.com/office/powerpoint/2010/main" val="2378141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5AEEE-4B85-398A-A67C-1A5C6EB3E4B9}"/>
              </a:ext>
            </a:extLst>
          </p:cNvPr>
          <p:cNvSpPr>
            <a:spLocks noGrp="1"/>
          </p:cNvSpPr>
          <p:nvPr>
            <p:ph type="title"/>
          </p:nvPr>
        </p:nvSpPr>
        <p:spPr/>
        <p:txBody>
          <a:bodyPr/>
          <a:lstStyle/>
          <a:p>
            <a:r>
              <a:rPr lang="en-DE" dirty="0"/>
              <a:t>Recommendation 8</a:t>
            </a:r>
          </a:p>
        </p:txBody>
      </p:sp>
      <p:sp>
        <p:nvSpPr>
          <p:cNvPr id="3" name="Text Placeholder 2">
            <a:extLst>
              <a:ext uri="{FF2B5EF4-FFF2-40B4-BE49-F238E27FC236}">
                <a16:creationId xmlns:a16="http://schemas.microsoft.com/office/drawing/2014/main" id="{71664E64-CF00-F932-FCE4-B519D2CA2F7A}"/>
              </a:ext>
            </a:extLst>
          </p:cNvPr>
          <p:cNvSpPr>
            <a:spLocks noGrp="1"/>
          </p:cNvSpPr>
          <p:nvPr>
            <p:ph type="body" sz="quarter" idx="10"/>
          </p:nvPr>
        </p:nvSpPr>
        <p:spPr/>
        <p:txBody>
          <a:bodyPr>
            <a:normAutofit/>
          </a:bodyPr>
          <a:lstStyle/>
          <a:p>
            <a:pPr marL="217884" indent="0">
              <a:buNone/>
            </a:pPr>
            <a:r>
              <a:rPr lang="en-GB" dirty="0"/>
              <a:t>Avoid ambiguous filler words and adjectives</a:t>
            </a:r>
          </a:p>
          <a:p>
            <a:pPr marL="217884" indent="0">
              <a:buNone/>
            </a:pPr>
            <a:endParaRPr lang="en-GB" dirty="0"/>
          </a:p>
          <a:p>
            <a:pPr marL="217884" indent="0">
              <a:buNone/>
            </a:pPr>
            <a:r>
              <a:rPr lang="en-GB" dirty="0"/>
              <a:t>Inaccurate: “Write a not too long product description for a smartphone case in a rather humorous tone with few foreign words.”</a:t>
            </a:r>
          </a:p>
          <a:p>
            <a:pPr marL="217884" indent="0">
              <a:buNone/>
            </a:pPr>
            <a:endParaRPr lang="en-GB" dirty="0"/>
          </a:p>
          <a:p>
            <a:pPr marL="217884" indent="0">
              <a:buNone/>
            </a:pPr>
            <a:r>
              <a:rPr lang="en-GB" dirty="0"/>
              <a:t>Better: “Write a product description for a smartphone case in 5 sentences for adults aged 18 - 25 with a maximum of two foreign words.”</a:t>
            </a:r>
            <a:endParaRPr lang="en-DE" dirty="0"/>
          </a:p>
        </p:txBody>
      </p:sp>
      <p:sp>
        <p:nvSpPr>
          <p:cNvPr id="4" name="Text Placeholder 3">
            <a:extLst>
              <a:ext uri="{FF2B5EF4-FFF2-40B4-BE49-F238E27FC236}">
                <a16:creationId xmlns:a16="http://schemas.microsoft.com/office/drawing/2014/main" id="{A63D3813-2730-7093-2F9A-A5CD78F933F3}"/>
              </a:ext>
            </a:extLst>
          </p:cNvPr>
          <p:cNvSpPr>
            <a:spLocks noGrp="1"/>
          </p:cNvSpPr>
          <p:nvPr>
            <p:ph type="body" sz="half" idx="2"/>
          </p:nvPr>
        </p:nvSpPr>
        <p:spPr/>
        <p:txBody>
          <a:bodyPr>
            <a:normAutofit fontScale="92500" lnSpcReduction="10000"/>
          </a:bodyPr>
          <a:lstStyle/>
          <a:p>
            <a:endParaRPr lang="en-DE"/>
          </a:p>
        </p:txBody>
      </p:sp>
    </p:spTree>
    <p:extLst>
      <p:ext uri="{BB962C8B-B14F-4D97-AF65-F5344CB8AC3E}">
        <p14:creationId xmlns:p14="http://schemas.microsoft.com/office/powerpoint/2010/main" val="14312195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5AEEE-4B85-398A-A67C-1A5C6EB3E4B9}"/>
              </a:ext>
            </a:extLst>
          </p:cNvPr>
          <p:cNvSpPr>
            <a:spLocks noGrp="1"/>
          </p:cNvSpPr>
          <p:nvPr>
            <p:ph type="title"/>
          </p:nvPr>
        </p:nvSpPr>
        <p:spPr/>
        <p:txBody>
          <a:bodyPr/>
          <a:lstStyle/>
          <a:p>
            <a:r>
              <a:rPr lang="en-DE" dirty="0"/>
              <a:t>Recommendation 9</a:t>
            </a:r>
          </a:p>
        </p:txBody>
      </p:sp>
      <p:sp>
        <p:nvSpPr>
          <p:cNvPr id="3" name="Text Placeholder 2">
            <a:extLst>
              <a:ext uri="{FF2B5EF4-FFF2-40B4-BE49-F238E27FC236}">
                <a16:creationId xmlns:a16="http://schemas.microsoft.com/office/drawing/2014/main" id="{71664E64-CF00-F932-FCE4-B519D2CA2F7A}"/>
              </a:ext>
            </a:extLst>
          </p:cNvPr>
          <p:cNvSpPr>
            <a:spLocks noGrp="1"/>
          </p:cNvSpPr>
          <p:nvPr>
            <p:ph type="body" sz="quarter" idx="10"/>
          </p:nvPr>
        </p:nvSpPr>
        <p:spPr/>
        <p:txBody>
          <a:bodyPr>
            <a:normAutofit fontScale="85000" lnSpcReduction="20000"/>
          </a:bodyPr>
          <a:lstStyle/>
          <a:p>
            <a:pPr marL="217884" indent="0">
              <a:buNone/>
            </a:pPr>
            <a:r>
              <a:rPr lang="en-GB" dirty="0"/>
              <a:t>Using complex prompting strategies</a:t>
            </a:r>
          </a:p>
          <a:p>
            <a:pPr marL="217884" indent="0">
              <a:buNone/>
            </a:pPr>
            <a:r>
              <a:rPr lang="en-GB" dirty="0"/>
              <a:t>Strategy 1: Mega-Prompting</a:t>
            </a:r>
          </a:p>
          <a:p>
            <a:pPr marL="217884" indent="0">
              <a:buNone/>
            </a:pPr>
            <a:r>
              <a:rPr lang="en-GB" dirty="0"/>
              <a:t>The mega-prompt developed by Rob Lennon consists of six sections designed to comprehensively prepare the AI system for its task while facilitating an iterative communication process with the user to improve the outcome. These six sections are:</a:t>
            </a:r>
          </a:p>
          <a:p>
            <a:pPr marL="217884" indent="0">
              <a:buNone/>
            </a:pPr>
            <a:r>
              <a:rPr lang="en-GB" dirty="0"/>
              <a:t>Role - Who or what should the AI system simulate?</a:t>
            </a:r>
          </a:p>
          <a:p>
            <a:pPr marL="217884" indent="0">
              <a:buNone/>
            </a:pPr>
            <a:r>
              <a:rPr lang="en-GB" dirty="0"/>
              <a:t>Task / activity - What is to be done?</a:t>
            </a:r>
          </a:p>
          <a:p>
            <a:pPr marL="217884" indent="0">
              <a:buNone/>
            </a:pPr>
            <a:r>
              <a:rPr lang="en-GB" dirty="0"/>
              <a:t>Work steps - which sub-steps are to be done in which order?</a:t>
            </a:r>
          </a:p>
          <a:p>
            <a:pPr marL="217884" indent="0">
              <a:buNone/>
            </a:pPr>
            <a:r>
              <a:rPr lang="en-GB" dirty="0"/>
              <a:t>Context / constraints / restrictions - what needs to be taken into account?</a:t>
            </a:r>
          </a:p>
          <a:p>
            <a:pPr marL="217884" indent="0">
              <a:buNone/>
            </a:pPr>
            <a:r>
              <a:rPr lang="en-GB" dirty="0"/>
              <a:t>Goal - what specific goal should the dialog achieve?</a:t>
            </a:r>
          </a:p>
          <a:p>
            <a:pPr marL="217884" indent="0">
              <a:buNone/>
            </a:pPr>
            <a:r>
              <a:rPr lang="en-GB" dirty="0"/>
              <a:t>Format of the output - what should the bot's feedback look like?</a:t>
            </a:r>
          </a:p>
          <a:p>
            <a:pPr marL="217884" indent="0">
              <a:buNone/>
            </a:pPr>
            <a:endParaRPr lang="en-GB" dirty="0"/>
          </a:p>
          <a:p>
            <a:pPr marL="217884" indent="0">
              <a:buNone/>
            </a:pPr>
            <a:r>
              <a:rPr lang="en-GB" dirty="0"/>
              <a:t>Or prompt creator (see ChatGPT)</a:t>
            </a:r>
          </a:p>
        </p:txBody>
      </p:sp>
      <p:sp>
        <p:nvSpPr>
          <p:cNvPr id="4" name="Text Placeholder 3">
            <a:extLst>
              <a:ext uri="{FF2B5EF4-FFF2-40B4-BE49-F238E27FC236}">
                <a16:creationId xmlns:a16="http://schemas.microsoft.com/office/drawing/2014/main" id="{A63D3813-2730-7093-2F9A-A5CD78F933F3}"/>
              </a:ext>
            </a:extLst>
          </p:cNvPr>
          <p:cNvSpPr>
            <a:spLocks noGrp="1"/>
          </p:cNvSpPr>
          <p:nvPr>
            <p:ph type="body" sz="half" idx="2"/>
          </p:nvPr>
        </p:nvSpPr>
        <p:spPr/>
        <p:txBody>
          <a:bodyPr>
            <a:normAutofit fontScale="92500" lnSpcReduction="10000"/>
          </a:bodyPr>
          <a:lstStyle/>
          <a:p>
            <a:endParaRPr lang="en-DE"/>
          </a:p>
        </p:txBody>
      </p:sp>
    </p:spTree>
    <p:extLst>
      <p:ext uri="{BB962C8B-B14F-4D97-AF65-F5344CB8AC3E}">
        <p14:creationId xmlns:p14="http://schemas.microsoft.com/office/powerpoint/2010/main" val="22127521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8B8E5-F1DC-09AA-A8E9-CA3CBF5D2D29}"/>
              </a:ext>
            </a:extLst>
          </p:cNvPr>
          <p:cNvSpPr>
            <a:spLocks noGrp="1"/>
          </p:cNvSpPr>
          <p:nvPr>
            <p:ph type="title"/>
          </p:nvPr>
        </p:nvSpPr>
        <p:spPr/>
        <p:txBody>
          <a:bodyPr/>
          <a:lstStyle/>
          <a:p>
            <a:r>
              <a:rPr lang="en-GB" dirty="0"/>
              <a:t>Phase 1:  write a prompt(20 Min.)</a:t>
            </a:r>
          </a:p>
        </p:txBody>
      </p:sp>
      <p:sp>
        <p:nvSpPr>
          <p:cNvPr id="3" name="Text Placeholder 2">
            <a:extLst>
              <a:ext uri="{FF2B5EF4-FFF2-40B4-BE49-F238E27FC236}">
                <a16:creationId xmlns:a16="http://schemas.microsoft.com/office/drawing/2014/main" id="{91C94E36-AD2C-1666-9496-84B6110C00EF}"/>
              </a:ext>
            </a:extLst>
          </p:cNvPr>
          <p:cNvSpPr>
            <a:spLocks noGrp="1"/>
          </p:cNvSpPr>
          <p:nvPr>
            <p:ph type="body" sz="quarter" idx="10"/>
          </p:nvPr>
        </p:nvSpPr>
        <p:spPr>
          <a:xfrm>
            <a:off x="606424" y="1059582"/>
            <a:ext cx="7908925" cy="2952328"/>
          </a:xfrm>
        </p:spPr>
        <p:txBody>
          <a:bodyPr>
            <a:normAutofit lnSpcReduction="10000"/>
          </a:bodyPr>
          <a:lstStyle/>
          <a:p>
            <a:pPr marL="217884" indent="0">
              <a:lnSpc>
                <a:spcPct val="115000"/>
              </a:lnSpc>
              <a:buNone/>
            </a:pPr>
            <a:r>
              <a:rPr lang="de-DE" sz="1800" b="1" dirty="0">
                <a:solidFill>
                  <a:srgbClr val="374151"/>
                </a:solidFill>
                <a:effectLst/>
                <a:ea typeface="MS Mincho" panose="02020609040205080304" pitchFamily="49" charset="-128"/>
                <a:cs typeface="Arial" panose="020B0604020202020204" pitchFamily="34" charset="0"/>
              </a:rPr>
              <a:t>Work </a:t>
            </a:r>
            <a:r>
              <a:rPr lang="de-DE" sz="1800" b="1" dirty="0" err="1">
                <a:solidFill>
                  <a:srgbClr val="374151"/>
                </a:solidFill>
                <a:effectLst/>
                <a:ea typeface="MS Mincho" panose="02020609040205080304" pitchFamily="49" charset="-128"/>
                <a:cs typeface="Arial" panose="020B0604020202020204" pitchFamily="34" charset="0"/>
              </a:rPr>
              <a:t>assignment</a:t>
            </a:r>
            <a:r>
              <a:rPr lang="de-DE" sz="1800" b="1" dirty="0">
                <a:solidFill>
                  <a:srgbClr val="374151"/>
                </a:solidFill>
                <a:effectLst/>
                <a:ea typeface="MS Mincho" panose="02020609040205080304" pitchFamily="49" charset="-128"/>
                <a:cs typeface="Arial" panose="020B0604020202020204" pitchFamily="34" charset="0"/>
              </a:rPr>
              <a:t>: </a:t>
            </a:r>
            <a:r>
              <a:rPr lang="de-DE" sz="1800" dirty="0">
                <a:solidFill>
                  <a:srgbClr val="374151"/>
                </a:solidFill>
                <a:effectLst/>
                <a:ea typeface="MS Mincho" panose="02020609040205080304" pitchFamily="49" charset="-128"/>
                <a:cs typeface="Arial" panose="020B0604020202020204" pitchFamily="34" charset="0"/>
              </a:rPr>
              <a:t>Write a prompt on a </a:t>
            </a:r>
            <a:r>
              <a:rPr lang="de-DE" sz="1800" dirty="0" err="1">
                <a:solidFill>
                  <a:srgbClr val="374151"/>
                </a:solidFill>
                <a:effectLst/>
                <a:ea typeface="MS Mincho" panose="02020609040205080304" pitchFamily="49" charset="-128"/>
                <a:cs typeface="Arial" panose="020B0604020202020204" pitchFamily="34" charset="0"/>
              </a:rPr>
              <a:t>predefined</a:t>
            </a:r>
            <a:r>
              <a:rPr lang="de-DE" sz="1800" dirty="0">
                <a:solidFill>
                  <a:srgbClr val="374151"/>
                </a:solidFill>
                <a:effectLst/>
                <a:ea typeface="MS Mincho" panose="02020609040205080304" pitchFamily="49" charset="-128"/>
                <a:cs typeface="Arial" panose="020B0604020202020204" pitchFamily="34" charset="0"/>
              </a:rPr>
              <a:t> </a:t>
            </a:r>
            <a:r>
              <a:rPr lang="de-DE" sz="1800" dirty="0" err="1">
                <a:solidFill>
                  <a:srgbClr val="374151"/>
                </a:solidFill>
                <a:effectLst/>
                <a:ea typeface="MS Mincho" panose="02020609040205080304" pitchFamily="49" charset="-128"/>
                <a:cs typeface="Arial" panose="020B0604020202020204" pitchFamily="34" charset="0"/>
              </a:rPr>
              <a:t>topic</a:t>
            </a:r>
            <a:r>
              <a:rPr lang="de-DE" sz="1800" dirty="0">
                <a:solidFill>
                  <a:srgbClr val="374151"/>
                </a:solidFill>
                <a:effectLst/>
                <a:ea typeface="MS Mincho" panose="02020609040205080304" pitchFamily="49" charset="-128"/>
                <a:cs typeface="Arial" panose="020B0604020202020204" pitchFamily="34" charset="0"/>
              </a:rPr>
              <a:t> </a:t>
            </a:r>
            <a:r>
              <a:rPr lang="de-DE" sz="1800" dirty="0" err="1">
                <a:solidFill>
                  <a:srgbClr val="374151"/>
                </a:solidFill>
                <a:effectLst/>
                <a:ea typeface="MS Mincho" panose="02020609040205080304" pitchFamily="49" charset="-128"/>
                <a:cs typeface="Arial" panose="020B0604020202020204" pitchFamily="34" charset="0"/>
              </a:rPr>
              <a:t>area</a:t>
            </a:r>
            <a:r>
              <a:rPr lang="de-DE" sz="1800" dirty="0">
                <a:solidFill>
                  <a:srgbClr val="374151"/>
                </a:solidFill>
                <a:effectLst/>
                <a:ea typeface="MS Mincho" panose="02020609040205080304" pitchFamily="49" charset="-128"/>
                <a:cs typeface="Arial" panose="020B0604020202020204" pitchFamily="34" charset="0"/>
              </a:rPr>
              <a:t>.  </a:t>
            </a:r>
          </a:p>
          <a:p>
            <a:pPr marL="217884" indent="0">
              <a:lnSpc>
                <a:spcPct val="115000"/>
              </a:lnSpc>
              <a:buNone/>
            </a:pPr>
            <a:r>
              <a:rPr lang="de-DE" sz="1800" b="1" dirty="0">
                <a:solidFill>
                  <a:srgbClr val="374151"/>
                </a:solidFill>
                <a:effectLst/>
                <a:ea typeface="MS Mincho" panose="02020609040205080304" pitchFamily="49" charset="-128"/>
                <a:cs typeface="Arial" panose="020B0604020202020204" pitchFamily="34" charset="0"/>
              </a:rPr>
              <a:t>In </a:t>
            </a:r>
            <a:r>
              <a:rPr lang="de-DE" sz="1800" b="1" dirty="0" err="1">
                <a:solidFill>
                  <a:srgbClr val="374151"/>
                </a:solidFill>
                <a:effectLst/>
                <a:ea typeface="MS Mincho" panose="02020609040205080304" pitchFamily="49" charset="-128"/>
                <a:cs typeface="Arial" panose="020B0604020202020204" pitchFamily="34" charset="0"/>
              </a:rPr>
              <a:t>this</a:t>
            </a:r>
            <a:r>
              <a:rPr lang="de-DE" sz="1800" b="1" dirty="0">
                <a:solidFill>
                  <a:srgbClr val="374151"/>
                </a:solidFill>
                <a:effectLst/>
                <a:ea typeface="MS Mincho" panose="02020609040205080304" pitchFamily="49" charset="-128"/>
                <a:cs typeface="Arial" panose="020B0604020202020204" pitchFamily="34" charset="0"/>
              </a:rPr>
              <a:t> </a:t>
            </a:r>
            <a:r>
              <a:rPr lang="de-DE" sz="1800" b="1" dirty="0" err="1">
                <a:solidFill>
                  <a:srgbClr val="374151"/>
                </a:solidFill>
                <a:effectLst/>
                <a:ea typeface="MS Mincho" panose="02020609040205080304" pitchFamily="49" charset="-128"/>
                <a:cs typeface="Arial" panose="020B0604020202020204" pitchFamily="34" charset="0"/>
              </a:rPr>
              <a:t>assignment</a:t>
            </a:r>
            <a:r>
              <a:rPr lang="de-DE" sz="1800" b="1" dirty="0">
                <a:solidFill>
                  <a:srgbClr val="374151"/>
                </a:solidFill>
                <a:effectLst/>
                <a:ea typeface="MS Mincho" panose="02020609040205080304" pitchFamily="49" charset="-128"/>
                <a:cs typeface="Arial" panose="020B0604020202020204" pitchFamily="34" charset="0"/>
              </a:rPr>
              <a:t>, </a:t>
            </a:r>
            <a:r>
              <a:rPr lang="de-DE" sz="1800" b="1" dirty="0" err="1">
                <a:solidFill>
                  <a:srgbClr val="374151"/>
                </a:solidFill>
                <a:effectLst/>
                <a:ea typeface="MS Mincho" panose="02020609040205080304" pitchFamily="49" charset="-128"/>
                <a:cs typeface="Arial" panose="020B0604020202020204" pitchFamily="34" charset="0"/>
              </a:rPr>
              <a:t>we</a:t>
            </a:r>
            <a:r>
              <a:rPr lang="de-DE" sz="1800" b="1" dirty="0">
                <a:solidFill>
                  <a:srgbClr val="374151"/>
                </a:solidFill>
                <a:effectLst/>
                <a:ea typeface="MS Mincho" panose="02020609040205080304" pitchFamily="49" charset="-128"/>
                <a:cs typeface="Arial" panose="020B0604020202020204" pitchFamily="34" charset="0"/>
              </a:rPr>
              <a:t> </a:t>
            </a:r>
            <a:r>
              <a:rPr lang="de-DE" sz="1800" b="1" dirty="0" err="1">
                <a:solidFill>
                  <a:srgbClr val="374151"/>
                </a:solidFill>
                <a:effectLst/>
                <a:ea typeface="MS Mincho" panose="02020609040205080304" pitchFamily="49" charset="-128"/>
                <a:cs typeface="Arial" panose="020B0604020202020204" pitchFamily="34" charset="0"/>
              </a:rPr>
              <a:t>create</a:t>
            </a:r>
            <a:r>
              <a:rPr lang="de-DE" sz="1800" b="1" dirty="0">
                <a:solidFill>
                  <a:srgbClr val="374151"/>
                </a:solidFill>
                <a:effectLst/>
                <a:ea typeface="MS Mincho" panose="02020609040205080304" pitchFamily="49" charset="-128"/>
                <a:cs typeface="Arial" panose="020B0604020202020204" pitchFamily="34" charset="0"/>
              </a:rPr>
              <a:t> </a:t>
            </a:r>
            <a:r>
              <a:rPr lang="de-DE" sz="1800" b="1" dirty="0" err="1">
                <a:solidFill>
                  <a:srgbClr val="374151"/>
                </a:solidFill>
                <a:effectLst/>
                <a:ea typeface="MS Mincho" panose="02020609040205080304" pitchFamily="49" charset="-128"/>
                <a:cs typeface="Arial" panose="020B0604020202020204" pitchFamily="34" charset="0"/>
              </a:rPr>
              <a:t>our</a:t>
            </a:r>
            <a:r>
              <a:rPr lang="de-DE" sz="1800" b="1" dirty="0">
                <a:solidFill>
                  <a:srgbClr val="374151"/>
                </a:solidFill>
                <a:effectLst/>
                <a:ea typeface="MS Mincho" panose="02020609040205080304" pitchFamily="49" charset="-128"/>
                <a:cs typeface="Arial" panose="020B0604020202020204" pitchFamily="34" charset="0"/>
              </a:rPr>
              <a:t> </a:t>
            </a:r>
            <a:r>
              <a:rPr lang="de-DE" sz="1800" b="1" dirty="0" err="1">
                <a:solidFill>
                  <a:srgbClr val="374151"/>
                </a:solidFill>
                <a:effectLst/>
                <a:ea typeface="MS Mincho" panose="02020609040205080304" pitchFamily="49" charset="-128"/>
                <a:cs typeface="Arial" panose="020B0604020202020204" pitchFamily="34" charset="0"/>
              </a:rPr>
              <a:t>first</a:t>
            </a:r>
            <a:r>
              <a:rPr lang="de-DE" sz="1800" b="1" dirty="0">
                <a:solidFill>
                  <a:srgbClr val="374151"/>
                </a:solidFill>
                <a:effectLst/>
                <a:ea typeface="MS Mincho" panose="02020609040205080304" pitchFamily="49" charset="-128"/>
                <a:cs typeface="Arial" panose="020B0604020202020204" pitchFamily="34" charset="0"/>
              </a:rPr>
              <a:t> </a:t>
            </a:r>
            <a:r>
              <a:rPr lang="de-DE" sz="1800" b="1" dirty="0" err="1">
                <a:solidFill>
                  <a:srgbClr val="374151"/>
                </a:solidFill>
                <a:effectLst/>
                <a:ea typeface="MS Mincho" panose="02020609040205080304" pitchFamily="49" charset="-128"/>
                <a:cs typeface="Arial" panose="020B0604020202020204" pitchFamily="34" charset="0"/>
              </a:rPr>
              <a:t>prompts</a:t>
            </a:r>
            <a:r>
              <a:rPr lang="de-DE" sz="1800" b="1" dirty="0">
                <a:solidFill>
                  <a:srgbClr val="374151"/>
                </a:solidFill>
                <a:effectLst/>
                <a:ea typeface="MS Mincho" panose="02020609040205080304" pitchFamily="49" charset="-128"/>
                <a:cs typeface="Arial" panose="020B0604020202020204" pitchFamily="34" charset="0"/>
              </a:rPr>
              <a:t> </a:t>
            </a:r>
            <a:r>
              <a:rPr lang="de-DE" sz="1800" b="1" dirty="0" err="1">
                <a:solidFill>
                  <a:srgbClr val="374151"/>
                </a:solidFill>
                <a:effectLst/>
                <a:ea typeface="MS Mincho" panose="02020609040205080304" pitchFamily="49" charset="-128"/>
                <a:cs typeface="Arial" panose="020B0604020202020204" pitchFamily="34" charset="0"/>
              </a:rPr>
              <a:t>by</a:t>
            </a:r>
            <a:r>
              <a:rPr lang="de-DE" sz="1800" b="1" dirty="0">
                <a:solidFill>
                  <a:srgbClr val="374151"/>
                </a:solidFill>
                <a:effectLst/>
                <a:ea typeface="MS Mincho" panose="02020609040205080304" pitchFamily="49" charset="-128"/>
                <a:cs typeface="Arial" panose="020B0604020202020204" pitchFamily="34" charset="0"/>
              </a:rPr>
              <a:t> </a:t>
            </a:r>
            <a:r>
              <a:rPr lang="de-DE" sz="1800" b="1" dirty="0" err="1">
                <a:solidFill>
                  <a:srgbClr val="374151"/>
                </a:solidFill>
                <a:effectLst/>
                <a:ea typeface="MS Mincho" panose="02020609040205080304" pitchFamily="49" charset="-128"/>
                <a:cs typeface="Arial" panose="020B0604020202020204" pitchFamily="34" charset="0"/>
              </a:rPr>
              <a:t>considering</a:t>
            </a:r>
            <a:r>
              <a:rPr lang="de-DE" sz="1800" b="1" dirty="0">
                <a:solidFill>
                  <a:srgbClr val="374151"/>
                </a:solidFill>
                <a:effectLst/>
                <a:ea typeface="MS Mincho" panose="02020609040205080304" pitchFamily="49" charset="-128"/>
                <a:cs typeface="Arial" panose="020B0604020202020204" pitchFamily="34" charset="0"/>
              </a:rPr>
              <a:t> </a:t>
            </a:r>
            <a:r>
              <a:rPr lang="de-DE" sz="1800" b="1" dirty="0" err="1">
                <a:solidFill>
                  <a:srgbClr val="374151"/>
                </a:solidFill>
                <a:effectLst/>
                <a:ea typeface="MS Mincho" panose="02020609040205080304" pitchFamily="49" charset="-128"/>
                <a:cs typeface="Arial" panose="020B0604020202020204" pitchFamily="34" charset="0"/>
              </a:rPr>
              <a:t>the</a:t>
            </a:r>
            <a:r>
              <a:rPr lang="de-DE" sz="1800" b="1" dirty="0">
                <a:solidFill>
                  <a:srgbClr val="374151"/>
                </a:solidFill>
                <a:effectLst/>
                <a:ea typeface="MS Mincho" panose="02020609040205080304" pitchFamily="49" charset="-128"/>
                <a:cs typeface="Arial" panose="020B0604020202020204" pitchFamily="34" charset="0"/>
              </a:rPr>
              <a:t> </a:t>
            </a:r>
            <a:r>
              <a:rPr lang="de-DE" sz="1800" b="1" dirty="0" err="1">
                <a:solidFill>
                  <a:srgbClr val="374151"/>
                </a:solidFill>
                <a:effectLst/>
                <a:ea typeface="MS Mincho" panose="02020609040205080304" pitchFamily="49" charset="-128"/>
                <a:cs typeface="Arial" panose="020B0604020202020204" pitchFamily="34" charset="0"/>
              </a:rPr>
              <a:t>recommendations</a:t>
            </a:r>
            <a:r>
              <a:rPr lang="de-DE" sz="1800" b="1" dirty="0">
                <a:solidFill>
                  <a:srgbClr val="374151"/>
                </a:solidFill>
                <a:effectLst/>
                <a:ea typeface="MS Mincho" panose="02020609040205080304" pitchFamily="49" charset="-128"/>
                <a:cs typeface="Arial" panose="020B0604020202020204" pitchFamily="34" charset="0"/>
              </a:rPr>
              <a:t> </a:t>
            </a:r>
            <a:r>
              <a:rPr lang="de-DE" sz="1800" b="1" dirty="0" err="1">
                <a:solidFill>
                  <a:srgbClr val="374151"/>
                </a:solidFill>
                <a:effectLst/>
                <a:ea typeface="MS Mincho" panose="02020609040205080304" pitchFamily="49" charset="-128"/>
                <a:cs typeface="Arial" panose="020B0604020202020204" pitchFamily="34" charset="0"/>
              </a:rPr>
              <a:t>for</a:t>
            </a:r>
            <a:r>
              <a:rPr lang="de-DE" sz="1800" b="1" dirty="0">
                <a:solidFill>
                  <a:srgbClr val="374151"/>
                </a:solidFill>
                <a:effectLst/>
                <a:ea typeface="MS Mincho" panose="02020609040205080304" pitchFamily="49" charset="-128"/>
                <a:cs typeface="Arial" panose="020B0604020202020204" pitchFamily="34" charset="0"/>
              </a:rPr>
              <a:t> </a:t>
            </a:r>
            <a:r>
              <a:rPr lang="de-DE" sz="1800" b="1" dirty="0" err="1">
                <a:solidFill>
                  <a:srgbClr val="374151"/>
                </a:solidFill>
                <a:effectLst/>
                <a:ea typeface="MS Mincho" panose="02020609040205080304" pitchFamily="49" charset="-128"/>
                <a:cs typeface="Arial" panose="020B0604020202020204" pitchFamily="34" charset="0"/>
              </a:rPr>
              <a:t>good</a:t>
            </a:r>
            <a:r>
              <a:rPr lang="de-DE" sz="1800" b="1" dirty="0">
                <a:solidFill>
                  <a:srgbClr val="374151"/>
                </a:solidFill>
                <a:effectLst/>
                <a:ea typeface="MS Mincho" panose="02020609040205080304" pitchFamily="49" charset="-128"/>
                <a:cs typeface="Arial" panose="020B0604020202020204" pitchFamily="34" charset="0"/>
              </a:rPr>
              <a:t> </a:t>
            </a:r>
            <a:r>
              <a:rPr lang="de-DE" sz="1800" b="1" dirty="0" err="1">
                <a:solidFill>
                  <a:srgbClr val="374151"/>
                </a:solidFill>
                <a:effectLst/>
                <a:ea typeface="MS Mincho" panose="02020609040205080304" pitchFamily="49" charset="-128"/>
                <a:cs typeface="Arial" panose="020B0604020202020204" pitchFamily="34" charset="0"/>
              </a:rPr>
              <a:t>prompting</a:t>
            </a:r>
            <a:r>
              <a:rPr lang="de-DE" sz="1800" b="1" dirty="0">
                <a:solidFill>
                  <a:srgbClr val="374151"/>
                </a:solidFill>
                <a:effectLst/>
                <a:ea typeface="MS Mincho" panose="02020609040205080304" pitchFamily="49" charset="-128"/>
                <a:cs typeface="Arial" panose="020B0604020202020204" pitchFamily="34" charset="0"/>
              </a:rPr>
              <a:t> and </a:t>
            </a:r>
            <a:r>
              <a:rPr lang="de-DE" sz="1800" b="1" dirty="0" err="1">
                <a:solidFill>
                  <a:srgbClr val="374151"/>
                </a:solidFill>
                <a:effectLst/>
                <a:ea typeface="MS Mincho" panose="02020609040205080304" pitchFamily="49" charset="-128"/>
                <a:cs typeface="Arial" panose="020B0604020202020204" pitchFamily="34" charset="0"/>
              </a:rPr>
              <a:t>trying</a:t>
            </a:r>
            <a:r>
              <a:rPr lang="de-DE" sz="1800" b="1" dirty="0">
                <a:solidFill>
                  <a:srgbClr val="374151"/>
                </a:solidFill>
                <a:effectLst/>
                <a:ea typeface="MS Mincho" panose="02020609040205080304" pitchFamily="49" charset="-128"/>
                <a:cs typeface="Arial" panose="020B0604020202020204" pitchFamily="34" charset="0"/>
              </a:rPr>
              <a:t> </a:t>
            </a:r>
            <a:r>
              <a:rPr lang="de-DE" sz="1800" b="1" dirty="0" err="1">
                <a:solidFill>
                  <a:srgbClr val="374151"/>
                </a:solidFill>
                <a:effectLst/>
                <a:ea typeface="MS Mincho" panose="02020609040205080304" pitchFamily="49" charset="-128"/>
                <a:cs typeface="Arial" panose="020B0604020202020204" pitchFamily="34" charset="0"/>
              </a:rPr>
              <a:t>them</a:t>
            </a:r>
            <a:r>
              <a:rPr lang="de-DE" sz="1800" b="1" dirty="0">
                <a:solidFill>
                  <a:srgbClr val="374151"/>
                </a:solidFill>
                <a:effectLst/>
                <a:ea typeface="MS Mincho" panose="02020609040205080304" pitchFamily="49" charset="-128"/>
                <a:cs typeface="Arial" panose="020B0604020202020204" pitchFamily="34" charset="0"/>
              </a:rPr>
              <a:t> out. </a:t>
            </a:r>
          </a:p>
          <a:p>
            <a:pPr marL="217884" indent="0">
              <a:lnSpc>
                <a:spcPct val="115000"/>
              </a:lnSpc>
              <a:buNone/>
            </a:pPr>
            <a:r>
              <a:rPr lang="de-DE" sz="1800" dirty="0">
                <a:solidFill>
                  <a:srgbClr val="374151"/>
                </a:solidFill>
                <a:effectLst/>
                <a:ea typeface="MS Mincho" panose="02020609040205080304" pitchFamily="49" charset="-128"/>
                <a:cs typeface="Arial" panose="020B0604020202020204" pitchFamily="34" charset="0"/>
              </a:rPr>
              <a:t>Work on a </a:t>
            </a:r>
            <a:r>
              <a:rPr lang="de-DE" sz="1800" dirty="0" err="1">
                <a:solidFill>
                  <a:srgbClr val="374151"/>
                </a:solidFill>
                <a:effectLst/>
                <a:ea typeface="MS Mincho" panose="02020609040205080304" pitchFamily="49" charset="-128"/>
                <a:cs typeface="Arial" panose="020B0604020202020204" pitchFamily="34" charset="0"/>
              </a:rPr>
              <a:t>more</a:t>
            </a:r>
            <a:r>
              <a:rPr lang="de-DE" sz="1800" dirty="0">
                <a:solidFill>
                  <a:srgbClr val="374151"/>
                </a:solidFill>
                <a:effectLst/>
                <a:ea typeface="MS Mincho" panose="02020609040205080304" pitchFamily="49" charset="-128"/>
                <a:cs typeface="Arial" panose="020B0604020202020204" pitchFamily="34" charset="0"/>
              </a:rPr>
              <a:t> informal, </a:t>
            </a:r>
            <a:r>
              <a:rPr lang="de-DE" sz="1800" dirty="0" err="1">
                <a:solidFill>
                  <a:srgbClr val="374151"/>
                </a:solidFill>
                <a:effectLst/>
                <a:ea typeface="MS Mincho" panose="02020609040205080304" pitchFamily="49" charset="-128"/>
                <a:cs typeface="Arial" panose="020B0604020202020204" pitchFamily="34" charset="0"/>
              </a:rPr>
              <a:t>less</a:t>
            </a:r>
            <a:r>
              <a:rPr lang="de-DE" sz="1800" dirty="0">
                <a:solidFill>
                  <a:srgbClr val="374151"/>
                </a:solidFill>
                <a:effectLst/>
                <a:ea typeface="MS Mincho" panose="02020609040205080304" pitchFamily="49" charset="-128"/>
                <a:cs typeface="Arial" panose="020B0604020202020204" pitchFamily="34" charset="0"/>
              </a:rPr>
              <a:t> </a:t>
            </a:r>
            <a:r>
              <a:rPr lang="de-DE" sz="1800" dirty="0" err="1">
                <a:solidFill>
                  <a:srgbClr val="374151"/>
                </a:solidFill>
                <a:effectLst/>
                <a:ea typeface="MS Mincho" panose="02020609040205080304" pitchFamily="49" charset="-128"/>
                <a:cs typeface="Arial" panose="020B0604020202020204" pitchFamily="34" charset="0"/>
              </a:rPr>
              <a:t>complex</a:t>
            </a:r>
            <a:r>
              <a:rPr lang="de-DE" sz="1800" dirty="0">
                <a:solidFill>
                  <a:srgbClr val="374151"/>
                </a:solidFill>
                <a:effectLst/>
                <a:ea typeface="MS Mincho" panose="02020609040205080304" pitchFamily="49" charset="-128"/>
                <a:cs typeface="Arial" panose="020B0604020202020204" pitchFamily="34" charset="0"/>
              </a:rPr>
              <a:t> </a:t>
            </a:r>
            <a:r>
              <a:rPr lang="de-DE" sz="1800" dirty="0" err="1">
                <a:solidFill>
                  <a:srgbClr val="374151"/>
                </a:solidFill>
                <a:effectLst/>
                <a:ea typeface="MS Mincho" panose="02020609040205080304" pitchFamily="49" charset="-128"/>
                <a:cs typeface="Arial" panose="020B0604020202020204" pitchFamily="34" charset="0"/>
              </a:rPr>
              <a:t>aspect</a:t>
            </a:r>
            <a:r>
              <a:rPr lang="de-DE" sz="1800" dirty="0">
                <a:solidFill>
                  <a:srgbClr val="374151"/>
                </a:solidFill>
                <a:effectLst/>
                <a:ea typeface="MS Mincho" panose="02020609040205080304" pitchFamily="49" charset="-128"/>
                <a:cs typeface="Arial" panose="020B0604020202020204" pitchFamily="34" charset="0"/>
              </a:rPr>
              <a:t> </a:t>
            </a:r>
            <a:r>
              <a:rPr lang="de-DE" sz="1800" dirty="0" err="1">
                <a:solidFill>
                  <a:srgbClr val="374151"/>
                </a:solidFill>
                <a:effectLst/>
                <a:ea typeface="MS Mincho" panose="02020609040205080304" pitchFamily="49" charset="-128"/>
                <a:cs typeface="Arial" panose="020B0604020202020204" pitchFamily="34" charset="0"/>
              </a:rPr>
              <a:t>of</a:t>
            </a:r>
            <a:r>
              <a:rPr lang="de-DE" sz="1800" dirty="0">
                <a:solidFill>
                  <a:srgbClr val="374151"/>
                </a:solidFill>
                <a:effectLst/>
                <a:ea typeface="MS Mincho" panose="02020609040205080304" pitchFamily="49" charset="-128"/>
                <a:cs typeface="Arial" panose="020B0604020202020204" pitchFamily="34" charset="0"/>
              </a:rPr>
              <a:t> a </a:t>
            </a:r>
            <a:r>
              <a:rPr lang="de-DE" sz="1800" dirty="0" err="1">
                <a:solidFill>
                  <a:srgbClr val="374151"/>
                </a:solidFill>
                <a:effectLst/>
                <a:ea typeface="MS Mincho" panose="02020609040205080304" pitchFamily="49" charset="-128"/>
                <a:cs typeface="Arial" panose="020B0604020202020204" pitchFamily="34" charset="0"/>
              </a:rPr>
              <a:t>course</a:t>
            </a:r>
            <a:r>
              <a:rPr lang="de-DE" sz="1800" dirty="0">
                <a:solidFill>
                  <a:srgbClr val="374151"/>
                </a:solidFill>
                <a:effectLst/>
                <a:ea typeface="MS Mincho" panose="02020609040205080304" pitchFamily="49" charset="-128"/>
                <a:cs typeface="Arial" panose="020B0604020202020204" pitchFamily="34" charset="0"/>
              </a:rPr>
              <a:t>. The </a:t>
            </a:r>
            <a:r>
              <a:rPr lang="de-DE" sz="1800" dirty="0" err="1">
                <a:solidFill>
                  <a:srgbClr val="374151"/>
                </a:solidFill>
                <a:effectLst/>
                <a:ea typeface="MS Mincho" panose="02020609040205080304" pitchFamily="49" charset="-128"/>
                <a:cs typeface="Arial" panose="020B0604020202020204" pitchFamily="34" charset="0"/>
              </a:rPr>
              <a:t>main</a:t>
            </a:r>
            <a:r>
              <a:rPr lang="de-DE" sz="1800" dirty="0">
                <a:solidFill>
                  <a:srgbClr val="374151"/>
                </a:solidFill>
                <a:effectLst/>
                <a:ea typeface="MS Mincho" panose="02020609040205080304" pitchFamily="49" charset="-128"/>
                <a:cs typeface="Arial" panose="020B0604020202020204" pitchFamily="34" charset="0"/>
              </a:rPr>
              <a:t> </a:t>
            </a:r>
            <a:r>
              <a:rPr lang="de-DE" sz="1800" dirty="0" err="1">
                <a:solidFill>
                  <a:srgbClr val="374151"/>
                </a:solidFill>
                <a:effectLst/>
                <a:ea typeface="MS Mincho" panose="02020609040205080304" pitchFamily="49" charset="-128"/>
                <a:cs typeface="Arial" panose="020B0604020202020204" pitchFamily="34" charset="0"/>
              </a:rPr>
              <a:t>aim</a:t>
            </a:r>
            <a:r>
              <a:rPr lang="de-DE" sz="1800" dirty="0">
                <a:solidFill>
                  <a:srgbClr val="374151"/>
                </a:solidFill>
                <a:effectLst/>
                <a:ea typeface="MS Mincho" panose="02020609040205080304" pitchFamily="49" charset="-128"/>
                <a:cs typeface="Arial" panose="020B0604020202020204" pitchFamily="34" charset="0"/>
              </a:rPr>
              <a:t> </a:t>
            </a:r>
            <a:r>
              <a:rPr lang="de-DE" sz="1800" dirty="0" err="1">
                <a:solidFill>
                  <a:srgbClr val="374151"/>
                </a:solidFill>
                <a:effectLst/>
                <a:ea typeface="MS Mincho" panose="02020609040205080304" pitchFamily="49" charset="-128"/>
                <a:cs typeface="Arial" panose="020B0604020202020204" pitchFamily="34" charset="0"/>
              </a:rPr>
              <a:t>is</a:t>
            </a:r>
            <a:r>
              <a:rPr lang="de-DE" sz="1800" dirty="0">
                <a:solidFill>
                  <a:srgbClr val="374151"/>
                </a:solidFill>
                <a:effectLst/>
                <a:ea typeface="MS Mincho" panose="02020609040205080304" pitchFamily="49" charset="-128"/>
                <a:cs typeface="Arial" panose="020B0604020202020204" pitchFamily="34" charset="0"/>
              </a:rPr>
              <a:t> </a:t>
            </a:r>
            <a:r>
              <a:rPr lang="de-DE" sz="1800" dirty="0" err="1">
                <a:solidFill>
                  <a:srgbClr val="374151"/>
                </a:solidFill>
                <a:effectLst/>
                <a:ea typeface="MS Mincho" panose="02020609040205080304" pitchFamily="49" charset="-128"/>
                <a:cs typeface="Arial" panose="020B0604020202020204" pitchFamily="34" charset="0"/>
              </a:rPr>
              <a:t>to</a:t>
            </a:r>
            <a:r>
              <a:rPr lang="de-DE" sz="1800" dirty="0">
                <a:solidFill>
                  <a:srgbClr val="374151"/>
                </a:solidFill>
                <a:effectLst/>
                <a:ea typeface="MS Mincho" panose="02020609040205080304" pitchFamily="49" charset="-128"/>
                <a:cs typeface="Arial" panose="020B0604020202020204" pitchFamily="34" charset="0"/>
              </a:rPr>
              <a:t> </a:t>
            </a:r>
            <a:r>
              <a:rPr lang="de-DE" sz="1800" dirty="0" err="1">
                <a:solidFill>
                  <a:srgbClr val="374151"/>
                </a:solidFill>
                <a:effectLst/>
                <a:ea typeface="MS Mincho" panose="02020609040205080304" pitchFamily="49" charset="-128"/>
                <a:cs typeface="Arial" panose="020B0604020202020204" pitchFamily="34" charset="0"/>
              </a:rPr>
              <a:t>gain</a:t>
            </a:r>
            <a:r>
              <a:rPr lang="de-DE" sz="1800" dirty="0">
                <a:solidFill>
                  <a:srgbClr val="374151"/>
                </a:solidFill>
                <a:effectLst/>
                <a:ea typeface="MS Mincho" panose="02020609040205080304" pitchFamily="49" charset="-128"/>
                <a:cs typeface="Arial" panose="020B0604020202020204" pitchFamily="34" charset="0"/>
              </a:rPr>
              <a:t> initial </a:t>
            </a:r>
            <a:r>
              <a:rPr lang="de-DE" sz="1800" dirty="0" err="1">
                <a:solidFill>
                  <a:srgbClr val="374151"/>
                </a:solidFill>
                <a:effectLst/>
                <a:ea typeface="MS Mincho" panose="02020609040205080304" pitchFamily="49" charset="-128"/>
                <a:cs typeface="Arial" panose="020B0604020202020204" pitchFamily="34" charset="0"/>
              </a:rPr>
              <a:t>experience</a:t>
            </a:r>
            <a:r>
              <a:rPr lang="de-DE" sz="1800" dirty="0">
                <a:solidFill>
                  <a:srgbClr val="374151"/>
                </a:solidFill>
                <a:effectLst/>
                <a:ea typeface="MS Mincho" panose="02020609040205080304" pitchFamily="49" charset="-128"/>
                <a:cs typeface="Arial" panose="020B0604020202020204" pitchFamily="34" charset="0"/>
              </a:rPr>
              <a:t>, </a:t>
            </a:r>
            <a:r>
              <a:rPr lang="de-DE" sz="1800" dirty="0" err="1">
                <a:solidFill>
                  <a:srgbClr val="374151"/>
                </a:solidFill>
                <a:effectLst/>
                <a:ea typeface="MS Mincho" panose="02020609040205080304" pitchFamily="49" charset="-128"/>
                <a:cs typeface="Arial" panose="020B0604020202020204" pitchFamily="34" charset="0"/>
              </a:rPr>
              <a:t>combine</a:t>
            </a:r>
            <a:r>
              <a:rPr lang="de-DE" sz="1800" dirty="0">
                <a:solidFill>
                  <a:srgbClr val="374151"/>
                </a:solidFill>
                <a:effectLst/>
                <a:ea typeface="MS Mincho" panose="02020609040205080304" pitchFamily="49" charset="-128"/>
                <a:cs typeface="Arial" panose="020B0604020202020204" pitchFamily="34" charset="0"/>
              </a:rPr>
              <a:t> </a:t>
            </a:r>
            <a:r>
              <a:rPr lang="de-DE" sz="1800" dirty="0" err="1">
                <a:solidFill>
                  <a:srgbClr val="374151"/>
                </a:solidFill>
                <a:effectLst/>
                <a:ea typeface="MS Mincho" panose="02020609040205080304" pitchFamily="49" charset="-128"/>
                <a:cs typeface="Arial" panose="020B0604020202020204" pitchFamily="34" charset="0"/>
              </a:rPr>
              <a:t>as</a:t>
            </a:r>
            <a:r>
              <a:rPr lang="de-DE" sz="1800" dirty="0">
                <a:solidFill>
                  <a:srgbClr val="374151"/>
                </a:solidFill>
                <a:effectLst/>
                <a:ea typeface="MS Mincho" panose="02020609040205080304" pitchFamily="49" charset="-128"/>
                <a:cs typeface="Arial" panose="020B0604020202020204" pitchFamily="34" charset="0"/>
              </a:rPr>
              <a:t> </a:t>
            </a:r>
            <a:r>
              <a:rPr lang="de-DE" sz="1800" dirty="0" err="1">
                <a:solidFill>
                  <a:srgbClr val="374151"/>
                </a:solidFill>
                <a:effectLst/>
                <a:ea typeface="MS Mincho" panose="02020609040205080304" pitchFamily="49" charset="-128"/>
                <a:cs typeface="Arial" panose="020B0604020202020204" pitchFamily="34" charset="0"/>
              </a:rPr>
              <a:t>many</a:t>
            </a:r>
            <a:r>
              <a:rPr lang="de-DE" sz="1800" dirty="0">
                <a:solidFill>
                  <a:srgbClr val="374151"/>
                </a:solidFill>
                <a:effectLst/>
                <a:ea typeface="MS Mincho" panose="02020609040205080304" pitchFamily="49" charset="-128"/>
                <a:cs typeface="Arial" panose="020B0604020202020204" pitchFamily="34" charset="0"/>
              </a:rPr>
              <a:t> </a:t>
            </a:r>
            <a:r>
              <a:rPr lang="de-DE" sz="1800" dirty="0" err="1">
                <a:solidFill>
                  <a:srgbClr val="374151"/>
                </a:solidFill>
                <a:effectLst/>
                <a:ea typeface="MS Mincho" panose="02020609040205080304" pitchFamily="49" charset="-128"/>
                <a:cs typeface="Arial" panose="020B0604020202020204" pitchFamily="34" charset="0"/>
              </a:rPr>
              <a:t>recommendations</a:t>
            </a:r>
            <a:r>
              <a:rPr lang="de-DE" sz="1800" dirty="0">
                <a:solidFill>
                  <a:srgbClr val="374151"/>
                </a:solidFill>
                <a:effectLst/>
                <a:ea typeface="MS Mincho" panose="02020609040205080304" pitchFamily="49" charset="-128"/>
                <a:cs typeface="Arial" panose="020B0604020202020204" pitchFamily="34" charset="0"/>
              </a:rPr>
              <a:t> </a:t>
            </a:r>
            <a:r>
              <a:rPr lang="de-DE" sz="1800" dirty="0" err="1">
                <a:solidFill>
                  <a:srgbClr val="374151"/>
                </a:solidFill>
                <a:effectLst/>
                <a:ea typeface="MS Mincho" panose="02020609040205080304" pitchFamily="49" charset="-128"/>
                <a:cs typeface="Arial" panose="020B0604020202020204" pitchFamily="34" charset="0"/>
              </a:rPr>
              <a:t>as</a:t>
            </a:r>
            <a:r>
              <a:rPr lang="de-DE" sz="1800" dirty="0">
                <a:solidFill>
                  <a:srgbClr val="374151"/>
                </a:solidFill>
                <a:effectLst/>
                <a:ea typeface="MS Mincho" panose="02020609040205080304" pitchFamily="49" charset="-128"/>
                <a:cs typeface="Arial" panose="020B0604020202020204" pitchFamily="34" charset="0"/>
              </a:rPr>
              <a:t> possible and </a:t>
            </a:r>
            <a:r>
              <a:rPr lang="de-DE" sz="1800" dirty="0" err="1">
                <a:solidFill>
                  <a:srgbClr val="374151"/>
                </a:solidFill>
                <a:effectLst/>
                <a:ea typeface="MS Mincho" panose="02020609040205080304" pitchFamily="49" charset="-128"/>
                <a:cs typeface="Arial" panose="020B0604020202020204" pitchFamily="34" charset="0"/>
              </a:rPr>
              <a:t>experience</a:t>
            </a:r>
            <a:r>
              <a:rPr lang="de-DE" sz="1800" dirty="0">
                <a:solidFill>
                  <a:srgbClr val="374151"/>
                </a:solidFill>
                <a:effectLst/>
                <a:ea typeface="MS Mincho" panose="02020609040205080304" pitchFamily="49" charset="-128"/>
                <a:cs typeface="Arial" panose="020B0604020202020204" pitchFamily="34" charset="0"/>
              </a:rPr>
              <a:t> </a:t>
            </a:r>
            <a:r>
              <a:rPr lang="de-DE" sz="1800" dirty="0" err="1">
                <a:solidFill>
                  <a:srgbClr val="374151"/>
                </a:solidFill>
                <a:effectLst/>
                <a:ea typeface="MS Mincho" panose="02020609040205080304" pitchFamily="49" charset="-128"/>
                <a:cs typeface="Arial" panose="020B0604020202020204" pitchFamily="34" charset="0"/>
              </a:rPr>
              <a:t>how</a:t>
            </a:r>
            <a:r>
              <a:rPr lang="de-DE" sz="1800" dirty="0">
                <a:solidFill>
                  <a:srgbClr val="374151"/>
                </a:solidFill>
                <a:effectLst/>
                <a:ea typeface="MS Mincho" panose="02020609040205080304" pitchFamily="49" charset="-128"/>
                <a:cs typeface="Arial" panose="020B0604020202020204" pitchFamily="34" charset="0"/>
              </a:rPr>
              <a:t> a simple </a:t>
            </a:r>
            <a:r>
              <a:rPr lang="de-DE" sz="1800" dirty="0" err="1">
                <a:solidFill>
                  <a:srgbClr val="374151"/>
                </a:solidFill>
                <a:effectLst/>
                <a:ea typeface="MS Mincho" panose="02020609040205080304" pitchFamily="49" charset="-128"/>
                <a:cs typeface="Arial" panose="020B0604020202020204" pitchFamily="34" charset="0"/>
              </a:rPr>
              <a:t>task</a:t>
            </a:r>
            <a:r>
              <a:rPr lang="de-DE" sz="1800" dirty="0">
                <a:solidFill>
                  <a:srgbClr val="374151"/>
                </a:solidFill>
                <a:effectLst/>
                <a:ea typeface="MS Mincho" panose="02020609040205080304" pitchFamily="49" charset="-128"/>
                <a:cs typeface="Arial" panose="020B0604020202020204" pitchFamily="34" charset="0"/>
              </a:rPr>
              <a:t> </a:t>
            </a:r>
            <a:r>
              <a:rPr lang="de-DE" sz="1800" dirty="0" err="1">
                <a:solidFill>
                  <a:srgbClr val="374151"/>
                </a:solidFill>
                <a:effectLst/>
                <a:ea typeface="MS Mincho" panose="02020609040205080304" pitchFamily="49" charset="-128"/>
                <a:cs typeface="Arial" panose="020B0604020202020204" pitchFamily="34" charset="0"/>
              </a:rPr>
              <a:t>can</a:t>
            </a:r>
            <a:r>
              <a:rPr lang="de-DE" sz="1800" dirty="0">
                <a:solidFill>
                  <a:srgbClr val="374151"/>
                </a:solidFill>
                <a:effectLst/>
                <a:ea typeface="MS Mincho" panose="02020609040205080304" pitchFamily="49" charset="-128"/>
                <a:cs typeface="Arial" panose="020B0604020202020204" pitchFamily="34" charset="0"/>
              </a:rPr>
              <a:t> </a:t>
            </a:r>
            <a:r>
              <a:rPr lang="de-DE" sz="1800" dirty="0" err="1">
                <a:solidFill>
                  <a:srgbClr val="374151"/>
                </a:solidFill>
                <a:effectLst/>
                <a:ea typeface="MS Mincho" panose="02020609040205080304" pitchFamily="49" charset="-128"/>
                <a:cs typeface="Arial" panose="020B0604020202020204" pitchFamily="34" charset="0"/>
              </a:rPr>
              <a:t>be</a:t>
            </a:r>
            <a:r>
              <a:rPr lang="de-DE" sz="1800" dirty="0">
                <a:solidFill>
                  <a:srgbClr val="374151"/>
                </a:solidFill>
                <a:effectLst/>
                <a:ea typeface="MS Mincho" panose="02020609040205080304" pitchFamily="49" charset="-128"/>
                <a:cs typeface="Arial" panose="020B0604020202020204" pitchFamily="34" charset="0"/>
              </a:rPr>
              <a:t> </a:t>
            </a:r>
            <a:r>
              <a:rPr lang="de-DE" sz="1800" dirty="0" err="1">
                <a:solidFill>
                  <a:srgbClr val="374151"/>
                </a:solidFill>
                <a:effectLst/>
                <a:ea typeface="MS Mincho" panose="02020609040205080304" pitchFamily="49" charset="-128"/>
                <a:cs typeface="Arial" panose="020B0604020202020204" pitchFamily="34" charset="0"/>
              </a:rPr>
              <a:t>turned</a:t>
            </a:r>
            <a:r>
              <a:rPr lang="de-DE" sz="1800" dirty="0">
                <a:solidFill>
                  <a:srgbClr val="374151"/>
                </a:solidFill>
                <a:effectLst/>
                <a:ea typeface="MS Mincho" panose="02020609040205080304" pitchFamily="49" charset="-128"/>
                <a:cs typeface="Arial" panose="020B0604020202020204" pitchFamily="34" charset="0"/>
              </a:rPr>
              <a:t> </a:t>
            </a:r>
            <a:r>
              <a:rPr lang="de-DE" sz="1800" dirty="0" err="1">
                <a:solidFill>
                  <a:srgbClr val="374151"/>
                </a:solidFill>
                <a:effectLst/>
                <a:ea typeface="MS Mincho" panose="02020609040205080304" pitchFamily="49" charset="-128"/>
                <a:cs typeface="Arial" panose="020B0604020202020204" pitchFamily="34" charset="0"/>
              </a:rPr>
              <a:t>into</a:t>
            </a:r>
            <a:r>
              <a:rPr lang="de-DE" sz="1800" dirty="0">
                <a:solidFill>
                  <a:srgbClr val="374151"/>
                </a:solidFill>
                <a:effectLst/>
                <a:ea typeface="MS Mincho" panose="02020609040205080304" pitchFamily="49" charset="-128"/>
                <a:cs typeface="Arial" panose="020B0604020202020204" pitchFamily="34" charset="0"/>
              </a:rPr>
              <a:t> a </a:t>
            </a:r>
            <a:r>
              <a:rPr lang="de-DE" sz="1800" dirty="0" err="1">
                <a:solidFill>
                  <a:srgbClr val="374151"/>
                </a:solidFill>
                <a:effectLst/>
                <a:ea typeface="MS Mincho" panose="02020609040205080304" pitchFamily="49" charset="-128"/>
                <a:cs typeface="Arial" panose="020B0604020202020204" pitchFamily="34" charset="0"/>
              </a:rPr>
              <a:t>comprehensive</a:t>
            </a:r>
            <a:r>
              <a:rPr lang="de-DE" sz="1800" dirty="0">
                <a:solidFill>
                  <a:srgbClr val="374151"/>
                </a:solidFill>
                <a:effectLst/>
                <a:ea typeface="MS Mincho" panose="02020609040205080304" pitchFamily="49" charset="-128"/>
                <a:cs typeface="Arial" panose="020B0604020202020204" pitchFamily="34" charset="0"/>
              </a:rPr>
              <a:t> prompt. </a:t>
            </a:r>
            <a:r>
              <a:rPr lang="de-DE" sz="1800" dirty="0" err="1">
                <a:solidFill>
                  <a:srgbClr val="374151"/>
                </a:solidFill>
                <a:effectLst/>
                <a:ea typeface="MS Mincho" panose="02020609040205080304" pitchFamily="49" charset="-128"/>
                <a:cs typeface="Arial" panose="020B0604020202020204" pitchFamily="34" charset="0"/>
              </a:rPr>
              <a:t>Please</a:t>
            </a:r>
            <a:r>
              <a:rPr lang="de-DE" sz="1800" dirty="0">
                <a:solidFill>
                  <a:srgbClr val="374151"/>
                </a:solidFill>
                <a:effectLst/>
                <a:ea typeface="MS Mincho" panose="02020609040205080304" pitchFamily="49" charset="-128"/>
                <a:cs typeface="Arial" panose="020B0604020202020204" pitchFamily="34" charset="0"/>
              </a:rPr>
              <a:t> </a:t>
            </a:r>
            <a:r>
              <a:rPr lang="de-DE" sz="1800" dirty="0" err="1">
                <a:solidFill>
                  <a:srgbClr val="374151"/>
                </a:solidFill>
                <a:effectLst/>
                <a:ea typeface="MS Mincho" panose="02020609040205080304" pitchFamily="49" charset="-128"/>
                <a:cs typeface="Arial" panose="020B0604020202020204" pitchFamily="34" charset="0"/>
              </a:rPr>
              <a:t>note</a:t>
            </a:r>
            <a:r>
              <a:rPr lang="de-DE" sz="1800" dirty="0">
                <a:solidFill>
                  <a:srgbClr val="374151"/>
                </a:solidFill>
                <a:effectLst/>
                <a:ea typeface="MS Mincho" panose="02020609040205080304" pitchFamily="49" charset="-128"/>
                <a:cs typeface="Arial" panose="020B0604020202020204" pitchFamily="34" charset="0"/>
              </a:rPr>
              <a:t> </a:t>
            </a:r>
            <a:r>
              <a:rPr lang="de-DE" sz="1800" dirty="0" err="1">
                <a:solidFill>
                  <a:srgbClr val="374151"/>
                </a:solidFill>
                <a:effectLst/>
                <a:ea typeface="MS Mincho" panose="02020609040205080304" pitchFamily="49" charset="-128"/>
                <a:cs typeface="Arial" panose="020B0604020202020204" pitchFamily="34" charset="0"/>
              </a:rPr>
              <a:t>that</a:t>
            </a:r>
            <a:r>
              <a:rPr lang="de-DE" sz="1800" dirty="0">
                <a:solidFill>
                  <a:srgbClr val="374151"/>
                </a:solidFill>
                <a:effectLst/>
                <a:ea typeface="MS Mincho" panose="02020609040205080304" pitchFamily="49" charset="-128"/>
                <a:cs typeface="Arial" panose="020B0604020202020204" pitchFamily="34" charset="0"/>
              </a:rPr>
              <a:t> </a:t>
            </a:r>
            <a:r>
              <a:rPr lang="de-DE" sz="1800" dirty="0" err="1">
                <a:solidFill>
                  <a:srgbClr val="374151"/>
                </a:solidFill>
                <a:effectLst/>
                <a:ea typeface="MS Mincho" panose="02020609040205080304" pitchFamily="49" charset="-128"/>
                <a:cs typeface="Arial" panose="020B0604020202020204" pitchFamily="34" charset="0"/>
              </a:rPr>
              <a:t>the</a:t>
            </a:r>
            <a:r>
              <a:rPr lang="de-DE" sz="1800" dirty="0">
                <a:solidFill>
                  <a:srgbClr val="374151"/>
                </a:solidFill>
                <a:effectLst/>
                <a:ea typeface="MS Mincho" panose="02020609040205080304" pitchFamily="49" charset="-128"/>
                <a:cs typeface="Arial" panose="020B0604020202020204" pitchFamily="34" charset="0"/>
              </a:rPr>
              <a:t> </a:t>
            </a:r>
            <a:r>
              <a:rPr lang="de-DE" sz="1800" dirty="0" err="1">
                <a:solidFill>
                  <a:srgbClr val="374151"/>
                </a:solidFill>
                <a:effectLst/>
                <a:ea typeface="MS Mincho" panose="02020609040205080304" pitchFamily="49" charset="-128"/>
                <a:cs typeface="Arial" panose="020B0604020202020204" pitchFamily="34" charset="0"/>
              </a:rPr>
              <a:t>AI's</a:t>
            </a:r>
            <a:r>
              <a:rPr lang="de-DE" sz="1800" dirty="0">
                <a:solidFill>
                  <a:srgbClr val="374151"/>
                </a:solidFill>
                <a:effectLst/>
                <a:ea typeface="MS Mincho" panose="02020609040205080304" pitchFamily="49" charset="-128"/>
                <a:cs typeface="Arial" panose="020B0604020202020204" pitchFamily="34" charset="0"/>
              </a:rPr>
              <a:t> final </a:t>
            </a:r>
            <a:r>
              <a:rPr lang="de-DE" sz="1800" dirty="0" err="1">
                <a:solidFill>
                  <a:srgbClr val="374151"/>
                </a:solidFill>
                <a:effectLst/>
                <a:ea typeface="MS Mincho" panose="02020609040205080304" pitchFamily="49" charset="-128"/>
                <a:cs typeface="Arial" panose="020B0604020202020204" pitchFamily="34" charset="0"/>
              </a:rPr>
              <a:t>answer</a:t>
            </a:r>
            <a:r>
              <a:rPr lang="de-DE" sz="1800" dirty="0">
                <a:solidFill>
                  <a:srgbClr val="374151"/>
                </a:solidFill>
                <a:effectLst/>
                <a:ea typeface="MS Mincho" panose="02020609040205080304" pitchFamily="49" charset="-128"/>
                <a:cs typeface="Arial" panose="020B0604020202020204" pitchFamily="34" charset="0"/>
              </a:rPr>
              <a:t> at </a:t>
            </a:r>
            <a:r>
              <a:rPr lang="de-DE" sz="1800" dirty="0" err="1">
                <a:solidFill>
                  <a:srgbClr val="374151"/>
                </a:solidFill>
                <a:effectLst/>
                <a:ea typeface="MS Mincho" panose="02020609040205080304" pitchFamily="49" charset="-128"/>
                <a:cs typeface="Arial" panose="020B0604020202020204" pitchFamily="34" charset="0"/>
              </a:rPr>
              <a:t>the</a:t>
            </a:r>
            <a:r>
              <a:rPr lang="de-DE" sz="1800" dirty="0">
                <a:solidFill>
                  <a:srgbClr val="374151"/>
                </a:solidFill>
                <a:effectLst/>
                <a:ea typeface="MS Mincho" panose="02020609040205080304" pitchFamily="49" charset="-128"/>
                <a:cs typeface="Arial" panose="020B0604020202020204" pitchFamily="34" charset="0"/>
              </a:rPr>
              <a:t> end </a:t>
            </a:r>
            <a:r>
              <a:rPr lang="de-DE" sz="1800" dirty="0" err="1">
                <a:solidFill>
                  <a:srgbClr val="374151"/>
                </a:solidFill>
                <a:effectLst/>
                <a:ea typeface="MS Mincho" panose="02020609040205080304" pitchFamily="49" charset="-128"/>
                <a:cs typeface="Arial" panose="020B0604020202020204" pitchFamily="34" charset="0"/>
              </a:rPr>
              <a:t>of</a:t>
            </a:r>
            <a:r>
              <a:rPr lang="de-DE" sz="1800" dirty="0">
                <a:solidFill>
                  <a:srgbClr val="374151"/>
                </a:solidFill>
                <a:effectLst/>
                <a:ea typeface="MS Mincho" panose="02020609040205080304" pitchFamily="49" charset="-128"/>
                <a:cs typeface="Arial" panose="020B0604020202020204" pitchFamily="34" charset="0"/>
              </a:rPr>
              <a:t> </a:t>
            </a:r>
            <a:r>
              <a:rPr lang="de-DE" sz="1800" dirty="0" err="1">
                <a:solidFill>
                  <a:srgbClr val="374151"/>
                </a:solidFill>
                <a:effectLst/>
                <a:ea typeface="MS Mincho" panose="02020609040205080304" pitchFamily="49" charset="-128"/>
                <a:cs typeface="Arial" panose="020B0604020202020204" pitchFamily="34" charset="0"/>
              </a:rPr>
              <a:t>your</a:t>
            </a:r>
            <a:r>
              <a:rPr lang="de-DE" sz="1800" dirty="0">
                <a:solidFill>
                  <a:srgbClr val="374151"/>
                </a:solidFill>
                <a:effectLst/>
                <a:ea typeface="MS Mincho" panose="02020609040205080304" pitchFamily="49" charset="-128"/>
                <a:cs typeface="Arial" panose="020B0604020202020204" pitchFamily="34" charset="0"/>
              </a:rPr>
              <a:t> prompt </a:t>
            </a:r>
            <a:r>
              <a:rPr lang="de-DE" sz="1800" dirty="0" err="1">
                <a:solidFill>
                  <a:srgbClr val="374151"/>
                </a:solidFill>
                <a:effectLst/>
                <a:ea typeface="MS Mincho" panose="02020609040205080304" pitchFamily="49" charset="-128"/>
                <a:cs typeface="Arial" panose="020B0604020202020204" pitchFamily="34" charset="0"/>
              </a:rPr>
              <a:t>development</a:t>
            </a:r>
            <a:r>
              <a:rPr lang="de-DE" sz="1800" dirty="0">
                <a:solidFill>
                  <a:srgbClr val="374151"/>
                </a:solidFill>
                <a:effectLst/>
                <a:ea typeface="MS Mincho" panose="02020609040205080304" pitchFamily="49" charset="-128"/>
                <a:cs typeface="Arial" panose="020B0604020202020204" pitchFamily="34" charset="0"/>
              </a:rPr>
              <a:t> </a:t>
            </a:r>
            <a:r>
              <a:rPr lang="de-DE" sz="1800" dirty="0" err="1">
                <a:solidFill>
                  <a:srgbClr val="374151"/>
                </a:solidFill>
                <a:effectLst/>
                <a:ea typeface="MS Mincho" panose="02020609040205080304" pitchFamily="49" charset="-128"/>
                <a:cs typeface="Arial" panose="020B0604020202020204" pitchFamily="34" charset="0"/>
              </a:rPr>
              <a:t>should</a:t>
            </a:r>
            <a:r>
              <a:rPr lang="de-DE" sz="1800" dirty="0">
                <a:solidFill>
                  <a:srgbClr val="374151"/>
                </a:solidFill>
                <a:effectLst/>
                <a:ea typeface="MS Mincho" panose="02020609040205080304" pitchFamily="49" charset="-128"/>
                <a:cs typeface="Arial" panose="020B0604020202020204" pitchFamily="34" charset="0"/>
              </a:rPr>
              <a:t> </a:t>
            </a:r>
            <a:r>
              <a:rPr lang="de-DE" sz="1800" dirty="0" err="1">
                <a:solidFill>
                  <a:srgbClr val="374151"/>
                </a:solidFill>
                <a:effectLst/>
                <a:ea typeface="MS Mincho" panose="02020609040205080304" pitchFamily="49" charset="-128"/>
                <a:cs typeface="Arial" panose="020B0604020202020204" pitchFamily="34" charset="0"/>
              </a:rPr>
              <a:t>be</a:t>
            </a:r>
            <a:r>
              <a:rPr lang="de-DE" sz="1800" dirty="0">
                <a:solidFill>
                  <a:srgbClr val="374151"/>
                </a:solidFill>
                <a:effectLst/>
                <a:ea typeface="MS Mincho" panose="02020609040205080304" pitchFamily="49" charset="-128"/>
                <a:cs typeface="Arial" panose="020B0604020202020204" pitchFamily="34" charset="0"/>
              </a:rPr>
              <a:t> </a:t>
            </a:r>
            <a:r>
              <a:rPr lang="de-DE" sz="1800" dirty="0" err="1">
                <a:solidFill>
                  <a:srgbClr val="374151"/>
                </a:solidFill>
                <a:effectLst/>
                <a:ea typeface="MS Mincho" panose="02020609040205080304" pitchFamily="49" charset="-128"/>
                <a:cs typeface="Arial" panose="020B0604020202020204" pitchFamily="34" charset="0"/>
              </a:rPr>
              <a:t>designed</a:t>
            </a:r>
            <a:r>
              <a:rPr lang="de-DE" sz="1800" dirty="0">
                <a:solidFill>
                  <a:srgbClr val="374151"/>
                </a:solidFill>
                <a:effectLst/>
                <a:ea typeface="MS Mincho" panose="02020609040205080304" pitchFamily="49" charset="-128"/>
                <a:cs typeface="Arial" panose="020B0604020202020204" pitchFamily="34" charset="0"/>
              </a:rPr>
              <a:t> in such a </a:t>
            </a:r>
            <a:r>
              <a:rPr lang="de-DE" sz="1800" dirty="0" err="1">
                <a:solidFill>
                  <a:srgbClr val="374151"/>
                </a:solidFill>
                <a:effectLst/>
                <a:ea typeface="MS Mincho" panose="02020609040205080304" pitchFamily="49" charset="-128"/>
                <a:cs typeface="Arial" panose="020B0604020202020204" pitchFamily="34" charset="0"/>
              </a:rPr>
              <a:t>way</a:t>
            </a:r>
            <a:r>
              <a:rPr lang="de-DE" sz="1800" dirty="0">
                <a:solidFill>
                  <a:srgbClr val="374151"/>
                </a:solidFill>
                <a:effectLst/>
                <a:ea typeface="MS Mincho" panose="02020609040205080304" pitchFamily="49" charset="-128"/>
                <a:cs typeface="Arial" panose="020B0604020202020204" pitchFamily="34" charset="0"/>
              </a:rPr>
              <a:t> </a:t>
            </a:r>
            <a:r>
              <a:rPr lang="de-DE" sz="1800" dirty="0" err="1">
                <a:solidFill>
                  <a:srgbClr val="374151"/>
                </a:solidFill>
                <a:effectLst/>
                <a:ea typeface="MS Mincho" panose="02020609040205080304" pitchFamily="49" charset="-128"/>
                <a:cs typeface="Arial" panose="020B0604020202020204" pitchFamily="34" charset="0"/>
              </a:rPr>
              <a:t>that</a:t>
            </a:r>
            <a:r>
              <a:rPr lang="de-DE" sz="1800" dirty="0">
                <a:solidFill>
                  <a:srgbClr val="374151"/>
                </a:solidFill>
                <a:effectLst/>
                <a:ea typeface="MS Mincho" panose="02020609040205080304" pitchFamily="49" charset="-128"/>
                <a:cs typeface="Arial" panose="020B0604020202020204" pitchFamily="34" charset="0"/>
              </a:rPr>
              <a:t> </a:t>
            </a:r>
            <a:r>
              <a:rPr lang="de-DE" sz="1800" dirty="0" err="1">
                <a:solidFill>
                  <a:srgbClr val="374151"/>
                </a:solidFill>
                <a:effectLst/>
                <a:ea typeface="MS Mincho" panose="02020609040205080304" pitchFamily="49" charset="-128"/>
                <a:cs typeface="Arial" panose="020B0604020202020204" pitchFamily="34" charset="0"/>
              </a:rPr>
              <a:t>it</a:t>
            </a:r>
            <a:r>
              <a:rPr lang="de-DE" sz="1800" dirty="0">
                <a:solidFill>
                  <a:srgbClr val="374151"/>
                </a:solidFill>
                <a:effectLst/>
                <a:ea typeface="MS Mincho" panose="02020609040205080304" pitchFamily="49" charset="-128"/>
                <a:cs typeface="Arial" panose="020B0604020202020204" pitchFamily="34" charset="0"/>
              </a:rPr>
              <a:t> </a:t>
            </a:r>
            <a:r>
              <a:rPr lang="de-DE" sz="1800" dirty="0" err="1">
                <a:solidFill>
                  <a:srgbClr val="374151"/>
                </a:solidFill>
                <a:effectLst/>
                <a:ea typeface="MS Mincho" panose="02020609040205080304" pitchFamily="49" charset="-128"/>
                <a:cs typeface="Arial" panose="020B0604020202020204" pitchFamily="34" charset="0"/>
              </a:rPr>
              <a:t>requires</a:t>
            </a:r>
            <a:r>
              <a:rPr lang="de-DE" sz="1800" dirty="0">
                <a:solidFill>
                  <a:srgbClr val="374151"/>
                </a:solidFill>
                <a:effectLst/>
                <a:ea typeface="MS Mincho" panose="02020609040205080304" pitchFamily="49" charset="-128"/>
                <a:cs typeface="Arial" panose="020B0604020202020204" pitchFamily="34" charset="0"/>
              </a:rPr>
              <a:t> </a:t>
            </a:r>
            <a:r>
              <a:rPr lang="de-DE" sz="1800" dirty="0" err="1">
                <a:solidFill>
                  <a:srgbClr val="374151"/>
                </a:solidFill>
                <a:effectLst/>
                <a:ea typeface="MS Mincho" panose="02020609040205080304" pitchFamily="49" charset="-128"/>
                <a:cs typeface="Arial" panose="020B0604020202020204" pitchFamily="34" charset="0"/>
              </a:rPr>
              <a:t>as</a:t>
            </a:r>
            <a:r>
              <a:rPr lang="de-DE" sz="1800" dirty="0">
                <a:solidFill>
                  <a:srgbClr val="374151"/>
                </a:solidFill>
                <a:effectLst/>
                <a:ea typeface="MS Mincho" panose="02020609040205080304" pitchFamily="49" charset="-128"/>
                <a:cs typeface="Arial" panose="020B0604020202020204" pitchFamily="34" charset="0"/>
              </a:rPr>
              <a:t> </a:t>
            </a:r>
            <a:r>
              <a:rPr lang="de-DE" sz="1800" dirty="0" err="1">
                <a:solidFill>
                  <a:srgbClr val="374151"/>
                </a:solidFill>
                <a:effectLst/>
                <a:ea typeface="MS Mincho" panose="02020609040205080304" pitchFamily="49" charset="-128"/>
                <a:cs typeface="Arial" panose="020B0604020202020204" pitchFamily="34" charset="0"/>
              </a:rPr>
              <a:t>little</a:t>
            </a:r>
            <a:r>
              <a:rPr lang="de-DE" sz="1800" dirty="0">
                <a:solidFill>
                  <a:srgbClr val="374151"/>
                </a:solidFill>
                <a:effectLst/>
                <a:ea typeface="MS Mincho" panose="02020609040205080304" pitchFamily="49" charset="-128"/>
                <a:cs typeface="Arial" panose="020B0604020202020204" pitchFamily="34" charset="0"/>
              </a:rPr>
              <a:t> additional “</a:t>
            </a:r>
            <a:r>
              <a:rPr lang="de-DE" sz="1800" dirty="0" err="1">
                <a:solidFill>
                  <a:srgbClr val="374151"/>
                </a:solidFill>
                <a:effectLst/>
                <a:ea typeface="MS Mincho" panose="02020609040205080304" pitchFamily="49" charset="-128"/>
                <a:cs typeface="Arial" panose="020B0604020202020204" pitchFamily="34" charset="0"/>
              </a:rPr>
              <a:t>manual</a:t>
            </a:r>
            <a:r>
              <a:rPr lang="de-DE" sz="1800" dirty="0">
                <a:solidFill>
                  <a:srgbClr val="374151"/>
                </a:solidFill>
                <a:effectLst/>
                <a:ea typeface="MS Mincho" panose="02020609040205080304" pitchFamily="49" charset="-128"/>
                <a:cs typeface="Arial" panose="020B0604020202020204" pitchFamily="34" charset="0"/>
              </a:rPr>
              <a:t> </a:t>
            </a:r>
            <a:r>
              <a:rPr lang="de-DE" sz="1800" dirty="0" err="1">
                <a:solidFill>
                  <a:srgbClr val="374151"/>
                </a:solidFill>
                <a:effectLst/>
                <a:ea typeface="MS Mincho" panose="02020609040205080304" pitchFamily="49" charset="-128"/>
                <a:cs typeface="Arial" panose="020B0604020202020204" pitchFamily="34" charset="0"/>
              </a:rPr>
              <a:t>work</a:t>
            </a:r>
            <a:r>
              <a:rPr lang="de-DE" sz="1800" dirty="0">
                <a:solidFill>
                  <a:srgbClr val="374151"/>
                </a:solidFill>
                <a:effectLst/>
                <a:ea typeface="MS Mincho" panose="02020609040205080304" pitchFamily="49" charset="-128"/>
                <a:cs typeface="Arial" panose="020B0604020202020204" pitchFamily="34" charset="0"/>
              </a:rPr>
              <a:t>” </a:t>
            </a:r>
            <a:r>
              <a:rPr lang="de-DE" sz="1800" dirty="0" err="1">
                <a:solidFill>
                  <a:srgbClr val="374151"/>
                </a:solidFill>
                <a:effectLst/>
                <a:ea typeface="MS Mincho" panose="02020609040205080304" pitchFamily="49" charset="-128"/>
                <a:cs typeface="Arial" panose="020B0604020202020204" pitchFamily="34" charset="0"/>
              </a:rPr>
              <a:t>from</a:t>
            </a:r>
            <a:r>
              <a:rPr lang="de-DE" sz="1800" dirty="0">
                <a:solidFill>
                  <a:srgbClr val="374151"/>
                </a:solidFill>
                <a:effectLst/>
                <a:ea typeface="MS Mincho" panose="02020609040205080304" pitchFamily="49" charset="-128"/>
                <a:cs typeface="Arial" panose="020B0604020202020204" pitchFamily="34" charset="0"/>
              </a:rPr>
              <a:t> </a:t>
            </a:r>
            <a:r>
              <a:rPr lang="de-DE" sz="1800" dirty="0" err="1">
                <a:solidFill>
                  <a:srgbClr val="374151"/>
                </a:solidFill>
                <a:effectLst/>
                <a:ea typeface="MS Mincho" panose="02020609040205080304" pitchFamily="49" charset="-128"/>
                <a:cs typeface="Arial" panose="020B0604020202020204" pitchFamily="34" charset="0"/>
              </a:rPr>
              <a:t>you</a:t>
            </a:r>
            <a:r>
              <a:rPr lang="de-DE" sz="1800" dirty="0">
                <a:solidFill>
                  <a:srgbClr val="374151"/>
                </a:solidFill>
                <a:effectLst/>
                <a:ea typeface="MS Mincho" panose="02020609040205080304" pitchFamily="49" charset="-128"/>
                <a:cs typeface="Arial" panose="020B0604020202020204" pitchFamily="34" charset="0"/>
              </a:rPr>
              <a:t> </a:t>
            </a:r>
            <a:r>
              <a:rPr lang="de-DE" sz="1800" dirty="0" err="1">
                <a:solidFill>
                  <a:srgbClr val="374151"/>
                </a:solidFill>
                <a:effectLst/>
                <a:ea typeface="MS Mincho" panose="02020609040205080304" pitchFamily="49" charset="-128"/>
                <a:cs typeface="Arial" panose="020B0604020202020204" pitchFamily="34" charset="0"/>
              </a:rPr>
              <a:t>as</a:t>
            </a:r>
            <a:r>
              <a:rPr lang="de-DE" sz="1800" dirty="0">
                <a:solidFill>
                  <a:srgbClr val="374151"/>
                </a:solidFill>
                <a:effectLst/>
                <a:ea typeface="MS Mincho" panose="02020609040205080304" pitchFamily="49" charset="-128"/>
                <a:cs typeface="Arial" panose="020B0604020202020204" pitchFamily="34" charset="0"/>
              </a:rPr>
              <a:t> possible.</a:t>
            </a:r>
            <a:endParaRPr lang="en-DE" sz="1800" dirty="0">
              <a:effectLst/>
              <a:ea typeface="Times New Roman" panose="02020603050405020304" pitchFamily="18" charset="0"/>
            </a:endParaRPr>
          </a:p>
        </p:txBody>
      </p:sp>
      <p:sp>
        <p:nvSpPr>
          <p:cNvPr id="5" name="Text Placeholder 3">
            <a:extLst>
              <a:ext uri="{FF2B5EF4-FFF2-40B4-BE49-F238E27FC236}">
                <a16:creationId xmlns:a16="http://schemas.microsoft.com/office/drawing/2014/main" id="{A5EF105A-1F99-ED13-8CC3-F3F834024227}"/>
              </a:ext>
            </a:extLst>
          </p:cNvPr>
          <p:cNvSpPr>
            <a:spLocks noGrp="1"/>
          </p:cNvSpPr>
          <p:nvPr>
            <p:ph type="body" sz="half" idx="2"/>
          </p:nvPr>
        </p:nvSpPr>
        <p:spPr>
          <a:xfrm>
            <a:off x="7452320" y="4083918"/>
            <a:ext cx="3932237" cy="226318"/>
          </a:xfrm>
        </p:spPr>
        <p:txBody>
          <a:bodyPr>
            <a:normAutofit fontScale="92500" lnSpcReduction="10000"/>
          </a:bodyPr>
          <a:lstStyle/>
          <a:p>
            <a:pPr marL="0" indent="0" algn="l" defTabSz="685800" rtl="0" eaLnBrk="1" latinLnBrk="0" hangingPunct="1">
              <a:lnSpc>
                <a:spcPct val="90000"/>
              </a:lnSpc>
              <a:spcBef>
                <a:spcPts val="750"/>
              </a:spcBef>
              <a:buFont typeface="Arial" panose="020B0604020202020204" pitchFamily="34" charset="0"/>
              <a:buNone/>
            </a:pPr>
            <a:r>
              <a:rPr lang="en-DE" dirty="0"/>
              <a:t>P</a:t>
            </a:r>
            <a:r>
              <a:rPr lang="en-GB" dirty="0"/>
              <a:t>r</a:t>
            </a:r>
            <a:r>
              <a:rPr lang="en-DE" dirty="0"/>
              <a:t>omptakademie 2023</a:t>
            </a:r>
          </a:p>
        </p:txBody>
      </p:sp>
    </p:spTree>
    <p:extLst>
      <p:ext uri="{BB962C8B-B14F-4D97-AF65-F5344CB8AC3E}">
        <p14:creationId xmlns:p14="http://schemas.microsoft.com/office/powerpoint/2010/main" val="1591042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8B8E5-F1DC-09AA-A8E9-CA3CBF5D2D29}"/>
              </a:ext>
            </a:extLst>
          </p:cNvPr>
          <p:cNvSpPr>
            <a:spLocks noGrp="1"/>
          </p:cNvSpPr>
          <p:nvPr>
            <p:ph type="title"/>
          </p:nvPr>
        </p:nvSpPr>
        <p:spPr>
          <a:xfrm>
            <a:off x="628650" y="201286"/>
            <a:ext cx="7886700" cy="576063"/>
          </a:xfrm>
        </p:spPr>
        <p:txBody>
          <a:bodyPr>
            <a:normAutofit/>
          </a:bodyPr>
          <a:lstStyle/>
          <a:p>
            <a:r>
              <a:rPr lang="en-GB" dirty="0"/>
              <a:t>Select a task from the list and solve it with your own prompt:</a:t>
            </a:r>
          </a:p>
        </p:txBody>
      </p:sp>
      <p:sp>
        <p:nvSpPr>
          <p:cNvPr id="3" name="Text Placeholder 2">
            <a:extLst>
              <a:ext uri="{FF2B5EF4-FFF2-40B4-BE49-F238E27FC236}">
                <a16:creationId xmlns:a16="http://schemas.microsoft.com/office/drawing/2014/main" id="{91C94E36-AD2C-1666-9496-84B6110C00EF}"/>
              </a:ext>
            </a:extLst>
          </p:cNvPr>
          <p:cNvSpPr>
            <a:spLocks noGrp="1"/>
          </p:cNvSpPr>
          <p:nvPr>
            <p:ph type="body" sz="quarter" idx="10"/>
          </p:nvPr>
        </p:nvSpPr>
        <p:spPr>
          <a:xfrm>
            <a:off x="606425" y="798963"/>
            <a:ext cx="7908925" cy="3250654"/>
          </a:xfrm>
        </p:spPr>
        <p:txBody>
          <a:bodyPr>
            <a:normAutofit fontScale="62500" lnSpcReduction="20000"/>
          </a:bodyPr>
          <a:lstStyle/>
          <a:p>
            <a:pPr marL="342900" lvl="0" indent="-342900">
              <a:lnSpc>
                <a:spcPct val="115000"/>
              </a:lnSpc>
              <a:buFont typeface="Symbol" pitchFamily="2" charset="2"/>
              <a:buChar char=""/>
            </a:pPr>
            <a:r>
              <a:rPr lang="de-DE" sz="1800" b="1"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Scenario 1: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Have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the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AI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create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 14-week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semester</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schedule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that</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includes</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the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titles</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of</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the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sessions</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for</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seminar</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on “Scientific Integrity”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or</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another</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course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of</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your</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choice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and a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brief</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description</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of</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the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content</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of</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each</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session</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a:t>
            </a:r>
          </a:p>
          <a:p>
            <a:pPr marL="342900" lvl="0" indent="-342900">
              <a:lnSpc>
                <a:spcPct val="115000"/>
              </a:lnSpc>
              <a:buFont typeface="Symbol" pitchFamily="2" charset="2"/>
              <a:buChar char=""/>
            </a:pPr>
            <a:r>
              <a:rPr lang="de-DE" sz="1800" b="1"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Scenario 2: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Have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the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AI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create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schedule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for</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 90-minute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seminar</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session</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on “Scientific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Inquiry</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or</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another</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topic</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of</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your</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choice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that</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includes</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least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one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activating</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work</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format</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such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as</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group</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work</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a:t>
            </a:r>
          </a:p>
          <a:p>
            <a:pPr marL="342900" lvl="0" indent="-342900">
              <a:lnSpc>
                <a:spcPct val="115000"/>
              </a:lnSpc>
              <a:buFont typeface="Symbol" pitchFamily="2" charset="2"/>
              <a:buChar char=""/>
            </a:pPr>
            <a:r>
              <a:rPr lang="de-DE" sz="1800" b="1"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Scenario 3: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Have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the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AI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write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learning</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room</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message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that</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informs</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about</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important</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aspects</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of</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the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final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exam</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for</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course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of</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your</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choice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and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that</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is</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formulated</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in English.</a:t>
            </a:r>
          </a:p>
          <a:p>
            <a:pPr marL="342900" lvl="0" indent="-342900">
              <a:lnSpc>
                <a:spcPct val="115000"/>
              </a:lnSpc>
              <a:buFont typeface="Symbol" pitchFamily="2" charset="2"/>
              <a:buChar char=""/>
            </a:pPr>
            <a:r>
              <a:rPr lang="de-DE" sz="1800" b="1"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Scenario 4: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Have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the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AI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formulate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learning</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objectives</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for</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the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competence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area</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Correct</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citation</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or</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another</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competence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area</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of</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your</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choice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that</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address</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different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levels</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of</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learning</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objectives</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e.g.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Remember</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Understand</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Apply</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 Analyze -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Evaluate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 Create”.</a:t>
            </a:r>
          </a:p>
          <a:p>
            <a:pPr marL="342900" lvl="0" indent="-342900">
              <a:lnSpc>
                <a:spcPct val="115000"/>
              </a:lnSpc>
              <a:buFont typeface="Symbol" pitchFamily="2" charset="2"/>
              <a:buChar char=""/>
            </a:pPr>
            <a:r>
              <a:rPr lang="de-DE" sz="1800" b="1"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Scenario 5: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Have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the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AI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create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an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outline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for</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How</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To</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document</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that</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explains</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how</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to</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use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ChatGPT</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to</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students</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a:t>
            </a:r>
          </a:p>
          <a:p>
            <a:pPr marL="342900" lvl="0" indent="-342900">
              <a:lnSpc>
                <a:spcPct val="115000"/>
              </a:lnSpc>
              <a:buFont typeface="Symbol" pitchFamily="2" charset="2"/>
              <a:buChar char=""/>
            </a:pPr>
            <a:r>
              <a:rPr lang="de-DE" sz="1800" b="1"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Scenario 6: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Have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the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AI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write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welcome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text</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that</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is</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displayed</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as</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the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first</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text</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field</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in an online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learning</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space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and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gives</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students</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first</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orientation</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about</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the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learning</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space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a:t>
            </a:r>
          </a:p>
          <a:p>
            <a:pPr marL="342900" lvl="0" indent="-342900">
              <a:lnSpc>
                <a:spcPct val="115000"/>
              </a:lnSpc>
              <a:buFont typeface="Symbol" pitchFamily="2" charset="2"/>
              <a:buChar char=""/>
            </a:pPr>
            <a:r>
              <a:rPr lang="de-DE" sz="1800" b="1"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Scenario 7: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Let</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the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AI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suggest</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structure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for</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an online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learning</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space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for</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the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course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Good</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scientific</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practice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or</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another</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course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of</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your</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choice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a:t>
            </a:r>
          </a:p>
        </p:txBody>
      </p:sp>
      <p:sp>
        <p:nvSpPr>
          <p:cNvPr id="5" name="Text Placeholder 3">
            <a:extLst>
              <a:ext uri="{FF2B5EF4-FFF2-40B4-BE49-F238E27FC236}">
                <a16:creationId xmlns:a16="http://schemas.microsoft.com/office/drawing/2014/main" id="{A5EF105A-1F99-ED13-8CC3-F3F834024227}"/>
              </a:ext>
            </a:extLst>
          </p:cNvPr>
          <p:cNvSpPr>
            <a:spLocks noGrp="1"/>
          </p:cNvSpPr>
          <p:nvPr>
            <p:ph type="body" sz="half" idx="2"/>
          </p:nvPr>
        </p:nvSpPr>
        <p:spPr>
          <a:xfrm>
            <a:off x="7308304" y="4362852"/>
            <a:ext cx="3932237" cy="226318"/>
          </a:xfrm>
        </p:spPr>
        <p:txBody>
          <a:bodyPr>
            <a:normAutofit fontScale="92500" lnSpcReduction="10000"/>
          </a:bodyPr>
          <a:lstStyle/>
          <a:p>
            <a:pPr marL="0" indent="0" algn="l" defTabSz="685800" rtl="0" eaLnBrk="1" latinLnBrk="0" hangingPunct="1">
              <a:lnSpc>
                <a:spcPct val="90000"/>
              </a:lnSpc>
              <a:spcBef>
                <a:spcPts val="750"/>
              </a:spcBef>
              <a:buFont typeface="Arial" panose="020B0604020202020204" pitchFamily="34" charset="0"/>
              <a:buNone/>
            </a:pPr>
            <a:r>
              <a:rPr lang="en-DE" dirty="0"/>
              <a:t>P</a:t>
            </a:r>
            <a:r>
              <a:rPr lang="en-GB" dirty="0"/>
              <a:t>r</a:t>
            </a:r>
            <a:r>
              <a:rPr lang="en-DE" dirty="0"/>
              <a:t>omptakademie 2023</a:t>
            </a:r>
          </a:p>
        </p:txBody>
      </p:sp>
    </p:spTree>
    <p:extLst>
      <p:ext uri="{BB962C8B-B14F-4D97-AF65-F5344CB8AC3E}">
        <p14:creationId xmlns:p14="http://schemas.microsoft.com/office/powerpoint/2010/main" val="42942407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8B8E5-F1DC-09AA-A8E9-CA3CBF5D2D29}"/>
              </a:ext>
            </a:extLst>
          </p:cNvPr>
          <p:cNvSpPr>
            <a:spLocks noGrp="1"/>
          </p:cNvSpPr>
          <p:nvPr>
            <p:ph type="title"/>
          </p:nvPr>
        </p:nvSpPr>
        <p:spPr>
          <a:xfrm>
            <a:off x="628650" y="274639"/>
            <a:ext cx="7886700" cy="558625"/>
          </a:xfrm>
        </p:spPr>
        <p:txBody>
          <a:bodyPr>
            <a:normAutofit/>
          </a:bodyPr>
          <a:lstStyle/>
          <a:p>
            <a:r>
              <a:rPr lang="en-GB" dirty="0"/>
              <a:t>Assignment: Present your findings</a:t>
            </a:r>
            <a:endParaRPr lang="en-DE" dirty="0"/>
          </a:p>
        </p:txBody>
      </p:sp>
      <p:sp>
        <p:nvSpPr>
          <p:cNvPr id="6" name="Rectangle 1">
            <a:extLst>
              <a:ext uri="{FF2B5EF4-FFF2-40B4-BE49-F238E27FC236}">
                <a16:creationId xmlns:a16="http://schemas.microsoft.com/office/drawing/2014/main" id="{2F3540F4-6DE1-070A-CF3B-139BF38FF0B8}"/>
              </a:ext>
            </a:extLst>
          </p:cNvPr>
          <p:cNvSpPr>
            <a:spLocks noGrp="1" noChangeArrowheads="1"/>
          </p:cNvSpPr>
          <p:nvPr>
            <p:ph type="body" sz="quarter" idx="10"/>
          </p:nvPr>
        </p:nvSpPr>
        <p:spPr bwMode="auto">
          <a:xfrm>
            <a:off x="251520" y="1297262"/>
            <a:ext cx="7978716" cy="2611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algn="l">
              <a:defRPr>
                <a:solidFill>
                  <a:schemeClr val="tx1"/>
                </a:solidFill>
                <a:latin typeface="Arial" panose="020B0604020202020204" pitchFamily="34" charset="0"/>
              </a:defRPr>
            </a:lvl1pPr>
            <a:lvl2pPr algn="l">
              <a:defRPr>
                <a:solidFill>
                  <a:schemeClr val="tx1"/>
                </a:solidFill>
                <a:latin typeface="Arial" panose="020B0604020202020204" pitchFamily="34" charset="0"/>
              </a:defRPr>
            </a:lvl2pPr>
            <a:lvl3pPr algn="l">
              <a:defRPr>
                <a:solidFill>
                  <a:schemeClr val="tx1"/>
                </a:solidFill>
                <a:latin typeface="Arial" panose="020B0604020202020204" pitchFamily="34" charset="0"/>
              </a:defRPr>
            </a:lvl3pPr>
            <a:lvl4pPr algn="l">
              <a:defRPr>
                <a:solidFill>
                  <a:schemeClr val="tx1"/>
                </a:solidFill>
                <a:latin typeface="Arial" panose="020B0604020202020204" pitchFamily="34" charset="0"/>
              </a:defRPr>
            </a:lvl4pPr>
            <a:lvl5pPr algn="l">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17884" indent="0">
              <a:lnSpc>
                <a:spcPct val="115000"/>
              </a:lnSpc>
              <a:buNone/>
            </a:pPr>
            <a:r>
              <a:rPr lang="de-DE" sz="1800" b="1"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Discuss</a:t>
            </a:r>
            <a:r>
              <a:rPr lang="de-DE" sz="1800" b="1"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b="1"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your</a:t>
            </a:r>
            <a:r>
              <a:rPr lang="de-DE" sz="1800" b="1"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b="1"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findings</a:t>
            </a:r>
            <a:r>
              <a:rPr lang="de-DE" sz="1800" b="1"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and </a:t>
            </a:r>
            <a:r>
              <a:rPr lang="de-DE" sz="1800" b="1"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challenges</a:t>
            </a:r>
            <a:r>
              <a:rPr lang="de-DE" sz="1800" b="1"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b="1"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Improve</a:t>
            </a:r>
            <a:r>
              <a:rPr lang="de-DE" sz="1800" b="1"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b="1"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your</a:t>
            </a:r>
            <a:r>
              <a:rPr lang="de-DE" sz="1800" b="1"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prompt.</a:t>
            </a:r>
          </a:p>
          <a:p>
            <a:pPr marL="217884" indent="0">
              <a:lnSpc>
                <a:spcPct val="115000"/>
              </a:lnSpc>
              <a:buNone/>
            </a:pP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1.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Get</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to</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know</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the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prompts</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of</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the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other</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participants</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in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your</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group</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and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understand</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their</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perspectives</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on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creating</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them</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p>
          <a:p>
            <a:pPr marL="217884" indent="0">
              <a:lnSpc>
                <a:spcPct val="115000"/>
              </a:lnSpc>
              <a:buNone/>
            </a:pP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2. Use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the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group</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phase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to</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improve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your</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own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prompts</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reflect</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on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hurdles</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encountered</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and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explore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alternative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solutions</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p>
          <a:p>
            <a:pPr marL="217884" indent="0">
              <a:lnSpc>
                <a:spcPct val="115000"/>
              </a:lnSpc>
              <a:buNone/>
            </a:pP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3. Test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your</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improved</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prompts</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in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the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selected</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AI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system</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and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compare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the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output</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of</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the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AI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with</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the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result</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from</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work</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phase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1.</a:t>
            </a:r>
          </a:p>
        </p:txBody>
      </p:sp>
      <p:sp>
        <p:nvSpPr>
          <p:cNvPr id="3" name="Text Placeholder 3">
            <a:extLst>
              <a:ext uri="{FF2B5EF4-FFF2-40B4-BE49-F238E27FC236}">
                <a16:creationId xmlns:a16="http://schemas.microsoft.com/office/drawing/2014/main" id="{6384D834-49D8-9DA0-21E6-FA7AA672C5BB}"/>
              </a:ext>
            </a:extLst>
          </p:cNvPr>
          <p:cNvSpPr txBox="1">
            <a:spLocks/>
          </p:cNvSpPr>
          <p:nvPr/>
        </p:nvSpPr>
        <p:spPr>
          <a:xfrm>
            <a:off x="7452320" y="4083918"/>
            <a:ext cx="3932237" cy="226318"/>
          </a:xfrm>
          <a:prstGeom prst="rect">
            <a:avLst/>
          </a:prstGeom>
        </p:spPr>
        <p:txBody>
          <a:bodyPr vert="horz" lIns="91440" tIns="45720" rIns="91440" bIns="45720" rtlCol="0">
            <a:normAutofit fontScale="92500" lnSpcReduction="10000"/>
          </a:bodyPr>
          <a:lstStyle>
            <a:lvl1pPr marL="0" indent="0" algn="r" defTabSz="685800" rtl="0" eaLnBrk="1" latinLnBrk="0" hangingPunct="1">
              <a:lnSpc>
                <a:spcPct val="90000"/>
              </a:lnSpc>
              <a:spcBef>
                <a:spcPts val="750"/>
              </a:spcBef>
              <a:buFont typeface="Arial" panose="020B0604020202020204" pitchFamily="34" charset="0"/>
              <a:buNone/>
              <a:defRPr sz="1100" kern="1200">
                <a:solidFill>
                  <a:schemeClr val="tx1"/>
                </a:solidFill>
                <a:latin typeface="Lucida Sans Unicode" panose="020B0602030504020204" pitchFamily="34" charset="0"/>
                <a:ea typeface="+mn-ea"/>
                <a:cs typeface="Lucida Sans Unicode" panose="020B0602030504020204" pitchFamily="34" charset="0"/>
              </a:defRPr>
            </a:lvl1pPr>
            <a:lvl2pPr marL="4572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n-lt"/>
                <a:ea typeface="+mn-ea"/>
                <a:cs typeface="+mn-cs"/>
              </a:defRPr>
            </a:lvl2pPr>
            <a:lvl3pPr marL="914400" indent="0" algn="l"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3pPr>
            <a:lvl4pPr marL="1371600" indent="0" algn="l" defTabSz="685800" rtl="0" eaLnBrk="1" latinLnBrk="0" hangingPunct="1">
              <a:lnSpc>
                <a:spcPct val="90000"/>
              </a:lnSpc>
              <a:spcBef>
                <a:spcPts val="375"/>
              </a:spcBef>
              <a:buFont typeface="Arial" panose="020B0604020202020204" pitchFamily="34" charset="0"/>
              <a:buNone/>
              <a:defRPr sz="1000" kern="1200">
                <a:solidFill>
                  <a:schemeClr val="tx1"/>
                </a:solidFill>
                <a:latin typeface="+mn-lt"/>
                <a:ea typeface="+mn-ea"/>
                <a:cs typeface="+mn-cs"/>
              </a:defRPr>
            </a:lvl4pPr>
            <a:lvl5pPr marL="1828800" indent="0" algn="l" defTabSz="685800" rtl="0" eaLnBrk="1" latinLnBrk="0" hangingPunct="1">
              <a:lnSpc>
                <a:spcPct val="90000"/>
              </a:lnSpc>
              <a:spcBef>
                <a:spcPts val="375"/>
              </a:spcBef>
              <a:buFont typeface="Arial" panose="020B0604020202020204" pitchFamily="34" charset="0"/>
              <a:buNone/>
              <a:defRPr sz="1000" kern="1200">
                <a:solidFill>
                  <a:schemeClr val="tx1"/>
                </a:solidFill>
                <a:latin typeface="+mn-lt"/>
                <a:ea typeface="+mn-ea"/>
                <a:cs typeface="+mn-cs"/>
              </a:defRPr>
            </a:lvl5pPr>
            <a:lvl6pPr marL="2286000" indent="0" algn="l" defTabSz="685800" rtl="0" eaLnBrk="1" latinLnBrk="0" hangingPunct="1">
              <a:lnSpc>
                <a:spcPct val="90000"/>
              </a:lnSpc>
              <a:spcBef>
                <a:spcPts val="375"/>
              </a:spcBef>
              <a:buFont typeface="Arial" panose="020B0604020202020204" pitchFamily="34" charset="0"/>
              <a:buNone/>
              <a:defRPr sz="1000" kern="1200">
                <a:solidFill>
                  <a:schemeClr val="tx1"/>
                </a:solidFill>
                <a:latin typeface="+mn-lt"/>
                <a:ea typeface="+mn-ea"/>
                <a:cs typeface="+mn-cs"/>
              </a:defRPr>
            </a:lvl6pPr>
            <a:lvl7pPr marL="2743200" indent="0" algn="l" defTabSz="685800" rtl="0" eaLnBrk="1" latinLnBrk="0" hangingPunct="1">
              <a:lnSpc>
                <a:spcPct val="90000"/>
              </a:lnSpc>
              <a:spcBef>
                <a:spcPts val="375"/>
              </a:spcBef>
              <a:buFont typeface="Arial" panose="020B0604020202020204" pitchFamily="34" charset="0"/>
              <a:buNone/>
              <a:defRPr sz="1000" kern="1200">
                <a:solidFill>
                  <a:schemeClr val="tx1"/>
                </a:solidFill>
                <a:latin typeface="+mn-lt"/>
                <a:ea typeface="+mn-ea"/>
                <a:cs typeface="+mn-cs"/>
              </a:defRPr>
            </a:lvl7pPr>
            <a:lvl8pPr marL="3200400" indent="0" algn="l" defTabSz="685800" rtl="0" eaLnBrk="1" latinLnBrk="0" hangingPunct="1">
              <a:lnSpc>
                <a:spcPct val="90000"/>
              </a:lnSpc>
              <a:spcBef>
                <a:spcPts val="375"/>
              </a:spcBef>
              <a:buFont typeface="Arial" panose="020B0604020202020204" pitchFamily="34" charset="0"/>
              <a:buNone/>
              <a:defRPr sz="1000" kern="1200">
                <a:solidFill>
                  <a:schemeClr val="tx1"/>
                </a:solidFill>
                <a:latin typeface="+mn-lt"/>
                <a:ea typeface="+mn-ea"/>
                <a:cs typeface="+mn-cs"/>
              </a:defRPr>
            </a:lvl8pPr>
            <a:lvl9pPr marL="3657600" indent="0" algn="l" defTabSz="685800" rtl="0" eaLnBrk="1" latinLnBrk="0" hangingPunct="1">
              <a:lnSpc>
                <a:spcPct val="90000"/>
              </a:lnSpc>
              <a:spcBef>
                <a:spcPts val="375"/>
              </a:spcBef>
              <a:buFont typeface="Arial" panose="020B0604020202020204" pitchFamily="34" charset="0"/>
              <a:buNone/>
              <a:defRPr sz="1000" kern="1200">
                <a:solidFill>
                  <a:schemeClr val="tx1"/>
                </a:solidFill>
                <a:latin typeface="+mn-lt"/>
                <a:ea typeface="+mn-ea"/>
                <a:cs typeface="+mn-cs"/>
              </a:defRPr>
            </a:lvl9pPr>
          </a:lstStyle>
          <a:p>
            <a:pPr algn="l" fontAlgn="auto">
              <a:spcAft>
                <a:spcPts val="0"/>
              </a:spcAft>
            </a:pPr>
            <a:r>
              <a:rPr lang="en-DE" dirty="0"/>
              <a:t>P</a:t>
            </a:r>
            <a:r>
              <a:rPr lang="en-GB" dirty="0"/>
              <a:t>r</a:t>
            </a:r>
            <a:r>
              <a:rPr lang="en-DE" dirty="0"/>
              <a:t>omptakademie 2023</a:t>
            </a:r>
          </a:p>
        </p:txBody>
      </p:sp>
    </p:spTree>
    <p:extLst>
      <p:ext uri="{BB962C8B-B14F-4D97-AF65-F5344CB8AC3E}">
        <p14:creationId xmlns:p14="http://schemas.microsoft.com/office/powerpoint/2010/main" val="5943113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8B8E5-F1DC-09AA-A8E9-CA3CBF5D2D29}"/>
              </a:ext>
            </a:extLst>
          </p:cNvPr>
          <p:cNvSpPr>
            <a:spLocks noGrp="1"/>
          </p:cNvSpPr>
          <p:nvPr>
            <p:ph type="title"/>
          </p:nvPr>
        </p:nvSpPr>
        <p:spPr>
          <a:xfrm>
            <a:off x="467544" y="173654"/>
            <a:ext cx="7886700" cy="491808"/>
          </a:xfrm>
        </p:spPr>
        <p:txBody>
          <a:bodyPr/>
          <a:lstStyle/>
          <a:p>
            <a:r>
              <a:rPr lang="en-DE" dirty="0"/>
              <a:t>Questions who help the discussion</a:t>
            </a:r>
          </a:p>
        </p:txBody>
      </p:sp>
      <p:sp>
        <p:nvSpPr>
          <p:cNvPr id="6" name="Rectangle 1">
            <a:extLst>
              <a:ext uri="{FF2B5EF4-FFF2-40B4-BE49-F238E27FC236}">
                <a16:creationId xmlns:a16="http://schemas.microsoft.com/office/drawing/2014/main" id="{2F3540F4-6DE1-070A-CF3B-139BF38FF0B8}"/>
              </a:ext>
            </a:extLst>
          </p:cNvPr>
          <p:cNvSpPr>
            <a:spLocks noGrp="1" noChangeArrowheads="1"/>
          </p:cNvSpPr>
          <p:nvPr>
            <p:ph type="body" sz="quarter" idx="10"/>
          </p:nvPr>
        </p:nvSpPr>
        <p:spPr bwMode="auto">
          <a:xfrm>
            <a:off x="179512" y="738040"/>
            <a:ext cx="7978716" cy="36013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algn="l">
              <a:defRPr>
                <a:solidFill>
                  <a:schemeClr val="tx1"/>
                </a:solidFill>
                <a:latin typeface="Arial" panose="020B0604020202020204" pitchFamily="34" charset="0"/>
              </a:defRPr>
            </a:lvl1pPr>
            <a:lvl2pPr algn="l">
              <a:defRPr>
                <a:solidFill>
                  <a:schemeClr val="tx1"/>
                </a:solidFill>
                <a:latin typeface="Arial" panose="020B0604020202020204" pitchFamily="34" charset="0"/>
              </a:defRPr>
            </a:lvl2pPr>
            <a:lvl3pPr algn="l">
              <a:defRPr>
                <a:solidFill>
                  <a:schemeClr val="tx1"/>
                </a:solidFill>
                <a:latin typeface="Arial" panose="020B0604020202020204" pitchFamily="34" charset="0"/>
              </a:defRPr>
            </a:lvl3pPr>
            <a:lvl4pPr algn="l">
              <a:defRPr>
                <a:solidFill>
                  <a:schemeClr val="tx1"/>
                </a:solidFill>
                <a:latin typeface="Arial" panose="020B0604020202020204" pitchFamily="34" charset="0"/>
              </a:defRPr>
            </a:lvl4pPr>
            <a:lvl5pPr algn="l">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17884" indent="0" algn="just">
              <a:lnSpc>
                <a:spcPct val="107000"/>
              </a:lnSpc>
              <a:spcAft>
                <a:spcPts val="800"/>
              </a:spcAft>
              <a:buNone/>
            </a:pP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Use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the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following</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suggested</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questions</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to</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guide</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your</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discussion</a:t>
            </a:r>
            <a:r>
              <a:rPr lang="de-DE" sz="18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and </a:t>
            </a:r>
            <a:r>
              <a:rPr lang="de-DE" sz="18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reflection</a:t>
            </a:r>
            <a:endParaRPr lang="de-DE" sz="1800" dirty="0">
              <a:solidFill>
                <a:srgbClr val="374151"/>
              </a:solidFill>
              <a:latin typeface="Calibri" panose="020F0502020204030204" pitchFamily="34" charset="0"/>
              <a:ea typeface="MS Mincho" panose="02020609040205080304" pitchFamily="49" charset="-128"/>
              <a:cs typeface="Arial" panose="020B0604020202020204" pitchFamily="34" charset="0"/>
            </a:endParaRPr>
          </a:p>
          <a:p>
            <a:pPr algn="just">
              <a:lnSpc>
                <a:spcPct val="107000"/>
              </a:lnSpc>
              <a:spcAft>
                <a:spcPts val="800"/>
              </a:spcAft>
            </a:pP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What</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is</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important</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to</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me</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a:t>
            </a:r>
          </a:p>
          <a:p>
            <a:pPr algn="just">
              <a:lnSpc>
                <a:spcPct val="107000"/>
              </a:lnSpc>
              <a:spcAft>
                <a:spcPts val="800"/>
              </a:spcAft>
            </a:pP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Does</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the</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result</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meet</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my</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expectations</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a:t>
            </a:r>
          </a:p>
          <a:p>
            <a:pPr algn="just">
              <a:lnSpc>
                <a:spcPct val="107000"/>
              </a:lnSpc>
              <a:spcAft>
                <a:spcPts val="800"/>
              </a:spcAft>
            </a:pP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What</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adjustments</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will </a:t>
            </a: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improve</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the</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result</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a:t>
            </a:r>
          </a:p>
          <a:p>
            <a:pPr algn="just">
              <a:lnSpc>
                <a:spcPct val="107000"/>
              </a:lnSpc>
              <a:spcAft>
                <a:spcPts val="800"/>
              </a:spcAft>
            </a:pP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Is</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the</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result</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useful</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for</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achieving</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my</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goal</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a:t>
            </a:r>
          </a:p>
          <a:p>
            <a:pPr algn="just">
              <a:lnSpc>
                <a:spcPct val="107000"/>
              </a:lnSpc>
              <a:spcAft>
                <a:spcPts val="800"/>
              </a:spcAft>
            </a:pP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What</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errors</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could</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the</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result</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contain</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a:t>
            </a:r>
          </a:p>
          <a:p>
            <a:pPr algn="just">
              <a:lnSpc>
                <a:spcPct val="107000"/>
              </a:lnSpc>
              <a:spcAft>
                <a:spcPts val="800"/>
              </a:spcAft>
            </a:pP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What</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are</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the</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advantages</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and </a:t>
            </a: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disadvantages</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of</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this</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strategy</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a:t>
            </a:r>
          </a:p>
          <a:p>
            <a:pPr algn="just">
              <a:lnSpc>
                <a:spcPct val="107000"/>
              </a:lnSpc>
              <a:spcAft>
                <a:spcPts val="800"/>
              </a:spcAft>
            </a:pP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What</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experiences</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have</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you</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had</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a:t>
            </a:r>
          </a:p>
          <a:p>
            <a:pPr algn="just">
              <a:lnSpc>
                <a:spcPct val="107000"/>
              </a:lnSpc>
              <a:spcAft>
                <a:spcPts val="800"/>
              </a:spcAft>
            </a:pP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What</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ethical</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issues</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might</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be</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 </a:t>
            </a:r>
            <a:r>
              <a:rPr lang="de-DE" sz="1200" dirty="0" err="1">
                <a:solidFill>
                  <a:srgbClr val="374151"/>
                </a:solidFill>
                <a:effectLst/>
                <a:latin typeface="Calibri" panose="020F0502020204030204" pitchFamily="34" charset="0"/>
                <a:ea typeface="MS Mincho" panose="02020609040205080304" pitchFamily="49" charset="-128"/>
                <a:cs typeface="Arial" panose="020B0604020202020204" pitchFamily="34" charset="0"/>
              </a:rPr>
              <a:t>involved</a:t>
            </a:r>
            <a:r>
              <a:rPr lang="de-DE" sz="1200" dirty="0">
                <a:solidFill>
                  <a:srgbClr val="374151"/>
                </a:solidFill>
                <a:effectLst/>
                <a:latin typeface="Calibri" panose="020F0502020204030204" pitchFamily="34" charset="0"/>
                <a:ea typeface="MS Mincho" panose="02020609040205080304" pitchFamily="49" charset="-128"/>
                <a:cs typeface="Arial" panose="020B0604020202020204" pitchFamily="34" charset="0"/>
              </a:rPr>
              <a:t>?</a:t>
            </a:r>
            <a:endParaRPr lang="en-DE" sz="1200" dirty="0">
              <a:effectLst/>
              <a:latin typeface="Times New Roman" panose="02020603050405020304" pitchFamily="18" charset="0"/>
              <a:ea typeface="Times New Roman" panose="02020603050405020304" pitchFamily="18" charset="0"/>
            </a:endParaRPr>
          </a:p>
        </p:txBody>
      </p:sp>
      <p:sp>
        <p:nvSpPr>
          <p:cNvPr id="3" name="Text Placeholder 3">
            <a:extLst>
              <a:ext uri="{FF2B5EF4-FFF2-40B4-BE49-F238E27FC236}">
                <a16:creationId xmlns:a16="http://schemas.microsoft.com/office/drawing/2014/main" id="{81A6A0C8-3336-F1AB-6E68-D0D0A73F77D6}"/>
              </a:ext>
            </a:extLst>
          </p:cNvPr>
          <p:cNvSpPr txBox="1">
            <a:spLocks/>
          </p:cNvSpPr>
          <p:nvPr/>
        </p:nvSpPr>
        <p:spPr>
          <a:xfrm>
            <a:off x="7452320" y="4083918"/>
            <a:ext cx="3932237" cy="226318"/>
          </a:xfrm>
          <a:prstGeom prst="rect">
            <a:avLst/>
          </a:prstGeom>
        </p:spPr>
        <p:txBody>
          <a:bodyPr vert="horz" lIns="91440" tIns="45720" rIns="91440" bIns="45720" rtlCol="0">
            <a:normAutofit fontScale="92500" lnSpcReduction="10000"/>
          </a:bodyPr>
          <a:lstStyle>
            <a:lvl1pPr marL="0" indent="0" algn="r" defTabSz="685800" rtl="0" eaLnBrk="1" latinLnBrk="0" hangingPunct="1">
              <a:lnSpc>
                <a:spcPct val="90000"/>
              </a:lnSpc>
              <a:spcBef>
                <a:spcPts val="750"/>
              </a:spcBef>
              <a:buFont typeface="Arial" panose="020B0604020202020204" pitchFamily="34" charset="0"/>
              <a:buNone/>
              <a:defRPr sz="1100" kern="1200">
                <a:solidFill>
                  <a:schemeClr val="tx1"/>
                </a:solidFill>
                <a:latin typeface="Lucida Sans Unicode" panose="020B0602030504020204" pitchFamily="34" charset="0"/>
                <a:ea typeface="+mn-ea"/>
                <a:cs typeface="Lucida Sans Unicode" panose="020B0602030504020204" pitchFamily="34" charset="0"/>
              </a:defRPr>
            </a:lvl1pPr>
            <a:lvl2pPr marL="457200" indent="0" algn="l" defTabSz="685800" rtl="0" eaLnBrk="1" latinLnBrk="0" hangingPunct="1">
              <a:lnSpc>
                <a:spcPct val="90000"/>
              </a:lnSpc>
              <a:spcBef>
                <a:spcPts val="375"/>
              </a:spcBef>
              <a:buFont typeface="Arial" panose="020B0604020202020204" pitchFamily="34" charset="0"/>
              <a:buNone/>
              <a:defRPr sz="1400" kern="1200">
                <a:solidFill>
                  <a:schemeClr val="tx1"/>
                </a:solidFill>
                <a:latin typeface="+mn-lt"/>
                <a:ea typeface="+mn-ea"/>
                <a:cs typeface="+mn-cs"/>
              </a:defRPr>
            </a:lvl2pPr>
            <a:lvl3pPr marL="914400" indent="0" algn="l"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3pPr>
            <a:lvl4pPr marL="1371600" indent="0" algn="l" defTabSz="685800" rtl="0" eaLnBrk="1" latinLnBrk="0" hangingPunct="1">
              <a:lnSpc>
                <a:spcPct val="90000"/>
              </a:lnSpc>
              <a:spcBef>
                <a:spcPts val="375"/>
              </a:spcBef>
              <a:buFont typeface="Arial" panose="020B0604020202020204" pitchFamily="34" charset="0"/>
              <a:buNone/>
              <a:defRPr sz="1000" kern="1200">
                <a:solidFill>
                  <a:schemeClr val="tx1"/>
                </a:solidFill>
                <a:latin typeface="+mn-lt"/>
                <a:ea typeface="+mn-ea"/>
                <a:cs typeface="+mn-cs"/>
              </a:defRPr>
            </a:lvl4pPr>
            <a:lvl5pPr marL="1828800" indent="0" algn="l" defTabSz="685800" rtl="0" eaLnBrk="1" latinLnBrk="0" hangingPunct="1">
              <a:lnSpc>
                <a:spcPct val="90000"/>
              </a:lnSpc>
              <a:spcBef>
                <a:spcPts val="375"/>
              </a:spcBef>
              <a:buFont typeface="Arial" panose="020B0604020202020204" pitchFamily="34" charset="0"/>
              <a:buNone/>
              <a:defRPr sz="1000" kern="1200">
                <a:solidFill>
                  <a:schemeClr val="tx1"/>
                </a:solidFill>
                <a:latin typeface="+mn-lt"/>
                <a:ea typeface="+mn-ea"/>
                <a:cs typeface="+mn-cs"/>
              </a:defRPr>
            </a:lvl5pPr>
            <a:lvl6pPr marL="2286000" indent="0" algn="l" defTabSz="685800" rtl="0" eaLnBrk="1" latinLnBrk="0" hangingPunct="1">
              <a:lnSpc>
                <a:spcPct val="90000"/>
              </a:lnSpc>
              <a:spcBef>
                <a:spcPts val="375"/>
              </a:spcBef>
              <a:buFont typeface="Arial" panose="020B0604020202020204" pitchFamily="34" charset="0"/>
              <a:buNone/>
              <a:defRPr sz="1000" kern="1200">
                <a:solidFill>
                  <a:schemeClr val="tx1"/>
                </a:solidFill>
                <a:latin typeface="+mn-lt"/>
                <a:ea typeface="+mn-ea"/>
                <a:cs typeface="+mn-cs"/>
              </a:defRPr>
            </a:lvl6pPr>
            <a:lvl7pPr marL="2743200" indent="0" algn="l" defTabSz="685800" rtl="0" eaLnBrk="1" latinLnBrk="0" hangingPunct="1">
              <a:lnSpc>
                <a:spcPct val="90000"/>
              </a:lnSpc>
              <a:spcBef>
                <a:spcPts val="375"/>
              </a:spcBef>
              <a:buFont typeface="Arial" panose="020B0604020202020204" pitchFamily="34" charset="0"/>
              <a:buNone/>
              <a:defRPr sz="1000" kern="1200">
                <a:solidFill>
                  <a:schemeClr val="tx1"/>
                </a:solidFill>
                <a:latin typeface="+mn-lt"/>
                <a:ea typeface="+mn-ea"/>
                <a:cs typeface="+mn-cs"/>
              </a:defRPr>
            </a:lvl7pPr>
            <a:lvl8pPr marL="3200400" indent="0" algn="l" defTabSz="685800" rtl="0" eaLnBrk="1" latinLnBrk="0" hangingPunct="1">
              <a:lnSpc>
                <a:spcPct val="90000"/>
              </a:lnSpc>
              <a:spcBef>
                <a:spcPts val="375"/>
              </a:spcBef>
              <a:buFont typeface="Arial" panose="020B0604020202020204" pitchFamily="34" charset="0"/>
              <a:buNone/>
              <a:defRPr sz="1000" kern="1200">
                <a:solidFill>
                  <a:schemeClr val="tx1"/>
                </a:solidFill>
                <a:latin typeface="+mn-lt"/>
                <a:ea typeface="+mn-ea"/>
                <a:cs typeface="+mn-cs"/>
              </a:defRPr>
            </a:lvl8pPr>
            <a:lvl9pPr marL="3657600" indent="0" algn="l" defTabSz="685800" rtl="0" eaLnBrk="1" latinLnBrk="0" hangingPunct="1">
              <a:lnSpc>
                <a:spcPct val="90000"/>
              </a:lnSpc>
              <a:spcBef>
                <a:spcPts val="375"/>
              </a:spcBef>
              <a:buFont typeface="Arial" panose="020B0604020202020204" pitchFamily="34" charset="0"/>
              <a:buNone/>
              <a:defRPr sz="1000" kern="1200">
                <a:solidFill>
                  <a:schemeClr val="tx1"/>
                </a:solidFill>
                <a:latin typeface="+mn-lt"/>
                <a:ea typeface="+mn-ea"/>
                <a:cs typeface="+mn-cs"/>
              </a:defRPr>
            </a:lvl9pPr>
          </a:lstStyle>
          <a:p>
            <a:pPr algn="l" fontAlgn="auto">
              <a:spcAft>
                <a:spcPts val="0"/>
              </a:spcAft>
            </a:pPr>
            <a:r>
              <a:rPr lang="en-DE" dirty="0"/>
              <a:t>P</a:t>
            </a:r>
            <a:r>
              <a:rPr lang="en-GB" dirty="0"/>
              <a:t>r</a:t>
            </a:r>
            <a:r>
              <a:rPr lang="en-DE" dirty="0"/>
              <a:t>omptakademie 2023</a:t>
            </a:r>
          </a:p>
        </p:txBody>
      </p:sp>
    </p:spTree>
    <p:extLst>
      <p:ext uri="{BB962C8B-B14F-4D97-AF65-F5344CB8AC3E}">
        <p14:creationId xmlns:p14="http://schemas.microsoft.com/office/powerpoint/2010/main" val="22947605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63130-3331-9F4F-B14B-8F090D4C93F1}"/>
              </a:ext>
            </a:extLst>
          </p:cNvPr>
          <p:cNvSpPr>
            <a:spLocks noGrp="1"/>
          </p:cNvSpPr>
          <p:nvPr>
            <p:ph type="title"/>
          </p:nvPr>
        </p:nvSpPr>
        <p:spPr/>
        <p:txBody>
          <a:bodyPr/>
          <a:lstStyle/>
          <a:p>
            <a:r>
              <a:rPr lang="de-DE" dirty="0"/>
              <a:t>THANK YOU!</a:t>
            </a:r>
          </a:p>
        </p:txBody>
      </p:sp>
      <p:sp>
        <p:nvSpPr>
          <p:cNvPr id="5" name="Text Placeholder 2">
            <a:extLst>
              <a:ext uri="{FF2B5EF4-FFF2-40B4-BE49-F238E27FC236}">
                <a16:creationId xmlns:a16="http://schemas.microsoft.com/office/drawing/2014/main" id="{4305EFD2-F52C-4646-BB15-E0E0F31C5E61}"/>
              </a:ext>
            </a:extLst>
          </p:cNvPr>
          <p:cNvSpPr txBox="1">
            <a:spLocks/>
          </p:cNvSpPr>
          <p:nvPr/>
        </p:nvSpPr>
        <p:spPr>
          <a:xfrm>
            <a:off x="56323" y="4156075"/>
            <a:ext cx="3312368" cy="987425"/>
          </a:xfrm>
          <a:prstGeom prst="rect">
            <a:avLst/>
          </a:prstGeom>
        </p:spPr>
        <p:txBody>
          <a:bodyPr vert="horz" lIns="0" tIns="46800" rIns="91440" bIns="45720" rtlCol="0" anchor="t">
            <a:normAutofit/>
          </a:bodyPr>
          <a:lstStyle>
            <a:lvl1pPr marL="217884" indent="0" algn="l" defTabSz="685800" rtl="0" eaLnBrk="1" latinLnBrk="0" hangingPunct="1">
              <a:lnSpc>
                <a:spcPct val="90000"/>
              </a:lnSpc>
              <a:spcBef>
                <a:spcPts val="750"/>
              </a:spcBef>
              <a:buFont typeface="Arial" panose="020B0604020202020204" pitchFamily="34" charset="0"/>
              <a:buNone/>
              <a:defRPr sz="1600" kern="1200">
                <a:solidFill>
                  <a:schemeClr val="bg1"/>
                </a:solidFill>
                <a:latin typeface="Lucida Sans Unicode" panose="020B0602030504020204" pitchFamily="34" charset="0"/>
                <a:ea typeface="+mn-ea"/>
                <a:cs typeface="Lucida Sans Unicode" panose="020B0602030504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pPr>
            <a:r>
              <a:rPr lang="de-DE" dirty="0"/>
              <a:t>Hannes </a:t>
            </a:r>
            <a:r>
              <a:rPr lang="de-DE" dirty="0" err="1"/>
              <a:t>Tegelbeckers</a:t>
            </a:r>
            <a:r>
              <a:rPr lang="de-DE" dirty="0"/>
              <a:t>, </a:t>
            </a:r>
          </a:p>
          <a:p>
            <a:pPr fontAlgn="auto">
              <a:spcAft>
                <a:spcPts val="0"/>
              </a:spcAft>
            </a:pPr>
            <a:r>
              <a:rPr lang="de-DE" dirty="0">
                <a:hlinkClick r:id="rId2">
                  <a:extLst>
                    <a:ext uri="{A12FA001-AC4F-418D-AE19-62706E023703}">
                      <ahyp:hlinkClr xmlns:ahyp="http://schemas.microsoft.com/office/drawing/2018/hyperlinkcolor" val="tx"/>
                    </a:ext>
                  </a:extLst>
                </a:hlinkClick>
              </a:rPr>
              <a:t>hannes.tegelbeckers@ovgu.de</a:t>
            </a:r>
            <a:endParaRPr lang="de-DE" dirty="0"/>
          </a:p>
          <a:p>
            <a:pPr fontAlgn="auto">
              <a:spcAft>
                <a:spcPts val="0"/>
              </a:spcAft>
            </a:pPr>
            <a:r>
              <a:rPr lang="de-DE" dirty="0"/>
              <a:t>+49 391 6756373</a:t>
            </a:r>
          </a:p>
          <a:p>
            <a:pPr fontAlgn="auto">
              <a:spcAft>
                <a:spcPts val="0"/>
              </a:spcAft>
            </a:pPr>
            <a:endParaRPr lang="de-DE" dirty="0"/>
          </a:p>
        </p:txBody>
      </p:sp>
    </p:spTree>
    <p:extLst>
      <p:ext uri="{BB962C8B-B14F-4D97-AF65-F5344CB8AC3E}">
        <p14:creationId xmlns:p14="http://schemas.microsoft.com/office/powerpoint/2010/main" val="36604399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Desig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Desig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648</TotalTime>
  <Words>2462</Words>
  <Application>Microsoft Macintosh PowerPoint</Application>
  <PresentationFormat>On-screen Show (16:9)</PresentationFormat>
  <Paragraphs>205</Paragraphs>
  <Slides>25</Slides>
  <Notes>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25</vt:i4>
      </vt:variant>
    </vt:vector>
  </HeadingPairs>
  <TitlesOfParts>
    <vt:vector size="36" baseType="lpstr">
      <vt:lpstr>Everett</vt:lpstr>
      <vt:lpstr>Google Sans</vt:lpstr>
      <vt:lpstr>MS Mincho</vt:lpstr>
      <vt:lpstr>Arial</vt:lpstr>
      <vt:lpstr>Calibri</vt:lpstr>
      <vt:lpstr>Calibri Light</vt:lpstr>
      <vt:lpstr>Lucida Grande CY</vt:lpstr>
      <vt:lpstr>Lucida Sans Unicode</vt:lpstr>
      <vt:lpstr>Symbol</vt:lpstr>
      <vt:lpstr>Times New Roman</vt:lpstr>
      <vt:lpstr>Office Theme</vt:lpstr>
      <vt:lpstr>PowerPoint Presentation</vt:lpstr>
      <vt:lpstr>Definition of Artificial Intelligence (AI)</vt:lpstr>
      <vt:lpstr>Definition</vt:lpstr>
      <vt:lpstr>Forms and Structures of AI</vt:lpstr>
      <vt:lpstr>9 Classes of AI</vt:lpstr>
      <vt:lpstr>Prompt Competence – a Definition</vt:lpstr>
      <vt:lpstr>Key Input Details</vt:lpstr>
      <vt:lpstr>The Future of Chatbots and AI</vt:lpstr>
      <vt:lpstr>General Prompt crafting Guidelines</vt:lpstr>
      <vt:lpstr>General Prompt crafting Guidelines</vt:lpstr>
      <vt:lpstr>Recommendation 1</vt:lpstr>
      <vt:lpstr>Recommendation 2</vt:lpstr>
      <vt:lpstr>Recommendation 3</vt:lpstr>
      <vt:lpstr>Recommendation 4</vt:lpstr>
      <vt:lpstr>Recommendation 6</vt:lpstr>
      <vt:lpstr>Recommendation 6</vt:lpstr>
      <vt:lpstr>Recommendation 7a</vt:lpstr>
      <vt:lpstr>Recommendation 7b</vt:lpstr>
      <vt:lpstr>Recommendation 8</vt:lpstr>
      <vt:lpstr>Recommendation 9</vt:lpstr>
      <vt:lpstr>Phase 1:  write a prompt(20 Min.)</vt:lpstr>
      <vt:lpstr>Select a task from the list and solve it with your own prompt:</vt:lpstr>
      <vt:lpstr>Assignment: Present your findings</vt:lpstr>
      <vt:lpstr>Questions who help the discussion</vt:lpstr>
      <vt:lpstr>THANK YOU!</vt:lpstr>
    </vt:vector>
  </TitlesOfParts>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Microsoft Office User</cp:lastModifiedBy>
  <cp:revision>118</cp:revision>
  <cp:lastPrinted>2009-04-03T10:08:54Z</cp:lastPrinted>
  <dcterms:created xsi:type="dcterms:W3CDTF">2021-09-28T08:41:27Z</dcterms:created>
  <dcterms:modified xsi:type="dcterms:W3CDTF">2024-08-21T09:49:41Z</dcterms:modified>
</cp:coreProperties>
</file>